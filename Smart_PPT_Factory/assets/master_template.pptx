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801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5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Master" Target="../slideMasters/slideMaster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2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image" Target="../media/image1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19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A053800-0F77-8D01-24FA-B76750CE60CA}"/>
              </a:ext>
            </a:extLst>
          </p:cNvPr>
          <p:cNvCxnSpPr/>
          <p:nvPr userDrawn="1"/>
        </p:nvCxnSpPr>
        <p:spPr>
          <a:xfrm>
            <a:off x="3427297" y="3284982"/>
            <a:ext cx="5140767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4A64BA86-FD92-64A4-8711-878CAA3F2B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3978" y="1097525"/>
            <a:ext cx="4027488" cy="584200"/>
          </a:xfrm>
          <a:prstGeom prst="rect">
            <a:avLst/>
          </a:prstGeom>
        </p:spPr>
        <p:txBody>
          <a:bodyPr/>
          <a:lstStyle>
            <a:lvl1pPr algn="ctr">
              <a:buNone/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8E7D7CCD-BCBF-DA7D-4938-BF24CB27B0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9426" y="1758734"/>
            <a:ext cx="10073147" cy="1439908"/>
          </a:xfrm>
          <a:prstGeom prst="rect">
            <a:avLst/>
          </a:prstGeom>
        </p:spPr>
        <p:txBody>
          <a:bodyPr/>
          <a:lstStyle>
            <a:lvl1pPr algn="ctr">
              <a:buNone/>
              <a:defRPr sz="8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DA782D23-DB74-AF9C-81F8-40D83790B1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24404" y="3361992"/>
            <a:ext cx="4846637" cy="749300"/>
          </a:xfrm>
          <a:prstGeom prst="rect">
            <a:avLst/>
          </a:prstGeom>
        </p:spPr>
        <p:txBody>
          <a:bodyPr/>
          <a:lstStyle>
            <a:lvl1pPr algn="ctr">
              <a:buNone/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F0F38B1C-D3A9-6958-5124-EBD4470A6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404" y="4188303"/>
            <a:ext cx="4846637" cy="987972"/>
          </a:xfrm>
          <a:prstGeom prst="rect">
            <a:avLst/>
          </a:prstGeom>
        </p:spPr>
        <p:txBody>
          <a:bodyPr/>
          <a:lstStyle>
            <a:lvl1pPr algn="ctr">
              <a:buNone/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501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体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8362B3E-ADCA-1B52-F56B-FBEFC80E86CF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83" y="6262660"/>
            <a:ext cx="2435709" cy="3408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627ED4F-341F-3F42-BB70-0146ECBA4A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956" b="-8315"/>
          <a:stretch>
            <a:fillRect/>
          </a:stretch>
        </p:blipFill>
        <p:spPr>
          <a:xfrm>
            <a:off x="249674" y="183459"/>
            <a:ext cx="1271014" cy="493262"/>
          </a:xfrm>
          <a:prstGeom prst="rect">
            <a:avLst/>
          </a:prstGeom>
        </p:spPr>
      </p:pic>
      <p:sp>
        <p:nvSpPr>
          <p:cNvPr id="5" name="文本框 5">
            <a:extLst>
              <a:ext uri="{FF2B5EF4-FFF2-40B4-BE49-F238E27FC236}">
                <a16:creationId xmlns:a16="http://schemas.microsoft.com/office/drawing/2014/main" id="{EF2BA05A-2520-A04C-F955-1E9B277EAB2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52587" y="935998"/>
            <a:ext cx="5512437" cy="72072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 algn="just">
              <a:defRPr sz="4100">
                <a:solidFill>
                  <a:srgbClr val="2C696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defRPr>
            </a:pPr>
            <a:r>
              <a:rPr lang="zh-CN" altLang="en-US" b="1" dirty="0"/>
              <a:t>志高班</a:t>
            </a:r>
            <a:r>
              <a:rPr lang="en-US" altLang="zh-CN" b="1" dirty="0"/>
              <a:t>-</a:t>
            </a:r>
            <a:r>
              <a:rPr lang="zh-CN" altLang="en-US" b="1" dirty="0">
                <a:solidFill>
                  <a:srgbClr val="FF9300"/>
                </a:solidFill>
                <a:sym typeface="+mn-ea"/>
              </a:rPr>
              <a:t>语文</a:t>
            </a:r>
            <a:r>
              <a:rPr lang="zh-CN" altLang="en-US" b="1" dirty="0"/>
              <a:t>课程体系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766BD3E-3098-2EAD-4453-B80B61036529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778328" y="1258303"/>
            <a:ext cx="8801100" cy="4306570"/>
            <a:chOff x="2480" y="1728"/>
            <a:chExt cx="13860" cy="6782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C2CF00D-1D83-7BDD-5AED-3BB81420C2F2}"/>
                </a:ext>
              </a:extLst>
            </p:cNvPr>
            <p:cNvGrpSpPr/>
            <p:nvPr/>
          </p:nvGrpSpPr>
          <p:grpSpPr>
            <a:xfrm>
              <a:off x="2480" y="3154"/>
              <a:ext cx="1800" cy="5356"/>
              <a:chOff x="1589" y="3366"/>
              <a:chExt cx="1800" cy="5356"/>
            </a:xfrm>
          </p:grpSpPr>
          <p:sp>
            <p:nvSpPr>
              <p:cNvPr id="28" name="圆角矩形 144">
                <a:extLst>
                  <a:ext uri="{FF2B5EF4-FFF2-40B4-BE49-F238E27FC236}">
                    <a16:creationId xmlns:a16="http://schemas.microsoft.com/office/drawing/2014/main" id="{F42BFF4E-F957-0AFC-269F-176FAA01214E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1589" y="3366"/>
                <a:ext cx="1800" cy="1134"/>
              </a:xfrm>
              <a:prstGeom prst="roundRect">
                <a:avLst/>
              </a:prstGeom>
              <a:solidFill>
                <a:srgbClr val="304377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高一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暑秋</a:t>
                </a:r>
                <a:endParaRPr lang="zh-CN" altLang="en-US" dirty="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EBB1F89-6CF0-E3CF-655E-682F2E0B2687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589" y="4898"/>
                <a:ext cx="1800" cy="1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过渡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初高衔接</a:t>
                </a:r>
              </a:p>
            </p:txBody>
          </p:sp>
          <p:sp>
            <p:nvSpPr>
              <p:cNvPr id="30" name="圆角矩形 146">
                <a:extLst>
                  <a:ext uri="{FF2B5EF4-FFF2-40B4-BE49-F238E27FC236}">
                    <a16:creationId xmlns:a16="http://schemas.microsoft.com/office/drawing/2014/main" id="{14EB0961-974C-92FD-895B-E43430674BF8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1589" y="6229"/>
                <a:ext cx="1800" cy="2493"/>
              </a:xfrm>
              <a:prstGeom prst="roundRect">
                <a:avLst/>
              </a:prstGeom>
              <a:solidFill>
                <a:srgbClr val="DADDE7"/>
              </a:solidFill>
              <a:ln>
                <a:solidFill>
                  <a:srgbClr val="DADD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了解高中知识体系，适应高中学习节奏</a:t>
                </a: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FC65EA8-8A30-2465-7C87-CF8A975A2459}"/>
                </a:ext>
              </a:extLst>
            </p:cNvPr>
            <p:cNvGrpSpPr/>
            <p:nvPr/>
          </p:nvGrpSpPr>
          <p:grpSpPr>
            <a:xfrm>
              <a:off x="4892" y="2862"/>
              <a:ext cx="1800" cy="5648"/>
              <a:chOff x="1589" y="3074"/>
              <a:chExt cx="1800" cy="5648"/>
            </a:xfrm>
          </p:grpSpPr>
          <p:sp>
            <p:nvSpPr>
              <p:cNvPr id="25" name="圆角矩形 149">
                <a:extLst>
                  <a:ext uri="{FF2B5EF4-FFF2-40B4-BE49-F238E27FC236}">
                    <a16:creationId xmlns:a16="http://schemas.microsoft.com/office/drawing/2014/main" id="{76FB1FA8-1D5E-D51F-02F6-009E0BB08CA0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589" y="3074"/>
                <a:ext cx="1800" cy="1417"/>
              </a:xfrm>
              <a:prstGeom prst="roundRect">
                <a:avLst/>
              </a:prstGeom>
              <a:solidFill>
                <a:srgbClr val="304377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高一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寒春</a:t>
                </a:r>
                <a:endParaRPr lang="zh-CN" altLang="en-US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09817D-45A6-C913-D9CC-8EC4FCF0BDA1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589" y="4898"/>
                <a:ext cx="1800" cy="1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夯实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文言基础</a:t>
                </a:r>
              </a:p>
            </p:txBody>
          </p:sp>
          <p:sp>
            <p:nvSpPr>
              <p:cNvPr id="27" name="圆角矩形 151">
                <a:extLst>
                  <a:ext uri="{FF2B5EF4-FFF2-40B4-BE49-F238E27FC236}">
                    <a16:creationId xmlns:a16="http://schemas.microsoft.com/office/drawing/2014/main" id="{A0D6C203-2923-23AA-682A-80A43A646DEB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589" y="6229"/>
                <a:ext cx="1800" cy="2493"/>
              </a:xfrm>
              <a:prstGeom prst="roundRect">
                <a:avLst/>
              </a:prstGeom>
              <a:solidFill>
                <a:srgbClr val="DADDE7"/>
              </a:solidFill>
              <a:ln>
                <a:solidFill>
                  <a:srgbClr val="DADD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文言知识、文体特征逐一攻破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9BE3D94-A8D5-DBE7-423A-592CF75412D6}"/>
                </a:ext>
              </a:extLst>
            </p:cNvPr>
            <p:cNvGrpSpPr/>
            <p:nvPr/>
          </p:nvGrpSpPr>
          <p:grpSpPr>
            <a:xfrm>
              <a:off x="7304" y="2578"/>
              <a:ext cx="1800" cy="5932"/>
              <a:chOff x="1589" y="2790"/>
              <a:chExt cx="1800" cy="5932"/>
            </a:xfrm>
          </p:grpSpPr>
          <p:sp>
            <p:nvSpPr>
              <p:cNvPr id="22" name="圆角矩形 153">
                <a:extLst>
                  <a:ext uri="{FF2B5EF4-FFF2-40B4-BE49-F238E27FC236}">
                    <a16:creationId xmlns:a16="http://schemas.microsoft.com/office/drawing/2014/main" id="{31C471BF-71C7-9124-2896-9D46E1B5E8B4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1589" y="2790"/>
                <a:ext cx="1800" cy="1701"/>
              </a:xfrm>
              <a:prstGeom prst="roundRect">
                <a:avLst/>
              </a:prstGeom>
              <a:solidFill>
                <a:srgbClr val="304377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高二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暑秋</a:t>
                </a:r>
                <a:endParaRPr lang="zh-CN" altLang="en-US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385019E-AA67-C51C-A053-D1B596A703DF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589" y="4898"/>
                <a:ext cx="1800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掌握</a:t>
                </a:r>
              </a:p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解题技巧</a:t>
                </a:r>
              </a:p>
            </p:txBody>
          </p:sp>
          <p:sp>
            <p:nvSpPr>
              <p:cNvPr id="24" name="圆角矩形 155">
                <a:extLst>
                  <a:ext uri="{FF2B5EF4-FFF2-40B4-BE49-F238E27FC236}">
                    <a16:creationId xmlns:a16="http://schemas.microsoft.com/office/drawing/2014/main" id="{19BAC356-3820-B808-C6C0-4A339B359CB1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1589" y="6229"/>
                <a:ext cx="1800" cy="2493"/>
              </a:xfrm>
              <a:prstGeom prst="roundRect">
                <a:avLst/>
              </a:prstGeom>
              <a:solidFill>
                <a:srgbClr val="DADDE7"/>
              </a:solidFill>
              <a:ln>
                <a:solidFill>
                  <a:srgbClr val="DADD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分类阅读，熟悉考点和题型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D1C824B-63D6-57C8-0261-2B56182FE62C}"/>
                </a:ext>
              </a:extLst>
            </p:cNvPr>
            <p:cNvGrpSpPr/>
            <p:nvPr/>
          </p:nvGrpSpPr>
          <p:grpSpPr>
            <a:xfrm>
              <a:off x="9716" y="2295"/>
              <a:ext cx="1800" cy="6215"/>
              <a:chOff x="1589" y="2507"/>
              <a:chExt cx="1800" cy="6215"/>
            </a:xfrm>
          </p:grpSpPr>
          <p:sp>
            <p:nvSpPr>
              <p:cNvPr id="19" name="圆角矩形 157">
                <a:extLst>
                  <a:ext uri="{FF2B5EF4-FFF2-40B4-BE49-F238E27FC236}">
                    <a16:creationId xmlns:a16="http://schemas.microsoft.com/office/drawing/2014/main" id="{24DFDF0F-AC2A-7100-0C9C-AD1988400AC3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589" y="2507"/>
                <a:ext cx="1800" cy="1984"/>
              </a:xfrm>
              <a:prstGeom prst="roundRect">
                <a:avLst/>
              </a:prstGeom>
              <a:solidFill>
                <a:srgbClr val="304377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高二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寒春</a:t>
                </a:r>
                <a:endParaRPr lang="zh-CN" altLang="en-US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F38072B-BD54-E0D8-E7FF-F5BB3C069241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589" y="4898"/>
                <a:ext cx="1800" cy="1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强化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阅读专项</a:t>
                </a:r>
              </a:p>
            </p:txBody>
          </p:sp>
          <p:sp>
            <p:nvSpPr>
              <p:cNvPr id="21" name="圆角矩形 159">
                <a:extLst>
                  <a:ext uri="{FF2B5EF4-FFF2-40B4-BE49-F238E27FC236}">
                    <a16:creationId xmlns:a16="http://schemas.microsoft.com/office/drawing/2014/main" id="{8DD81E74-B016-948D-9774-F98BE902B2E7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1589" y="6229"/>
                <a:ext cx="1800" cy="2493"/>
              </a:xfrm>
              <a:prstGeom prst="roundRect">
                <a:avLst/>
              </a:prstGeom>
              <a:solidFill>
                <a:srgbClr val="DADDE7"/>
              </a:solidFill>
              <a:ln>
                <a:solidFill>
                  <a:srgbClr val="DADD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主题文本精读细研，</a:t>
                </a:r>
                <a:endPara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提升作答效率</a:t>
                </a: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8B67BE1-C422-F9A4-FCBA-66BB53C935C8}"/>
                </a:ext>
              </a:extLst>
            </p:cNvPr>
            <p:cNvGrpSpPr/>
            <p:nvPr/>
          </p:nvGrpSpPr>
          <p:grpSpPr>
            <a:xfrm>
              <a:off x="12128" y="2011"/>
              <a:ext cx="1800" cy="6499"/>
              <a:chOff x="1589" y="2223"/>
              <a:chExt cx="1800" cy="6499"/>
            </a:xfrm>
          </p:grpSpPr>
          <p:sp>
            <p:nvSpPr>
              <p:cNvPr id="16" name="圆角矩形 161">
                <a:extLst>
                  <a:ext uri="{FF2B5EF4-FFF2-40B4-BE49-F238E27FC236}">
                    <a16:creationId xmlns:a16="http://schemas.microsoft.com/office/drawing/2014/main" id="{055BDBEF-FFDB-5041-C570-C27FF3D1A88A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1589" y="2223"/>
                <a:ext cx="1800" cy="2268"/>
              </a:xfrm>
              <a:prstGeom prst="roundRect">
                <a:avLst/>
              </a:prstGeom>
              <a:solidFill>
                <a:srgbClr val="304377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高三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暑秋</a:t>
                </a:r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6266F34-D248-F7AF-BA69-30AB1E8191A8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589" y="4898"/>
                <a:ext cx="1800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备战</a:t>
                </a:r>
              </a:p>
              <a:p>
                <a:pPr algn="ctr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综合复习</a:t>
                </a:r>
              </a:p>
            </p:txBody>
          </p:sp>
          <p:sp>
            <p:nvSpPr>
              <p:cNvPr id="18" name="圆角矩形 163">
                <a:extLst>
                  <a:ext uri="{FF2B5EF4-FFF2-40B4-BE49-F238E27FC236}">
                    <a16:creationId xmlns:a16="http://schemas.microsoft.com/office/drawing/2014/main" id="{46B8BE6B-57EE-BAE9-2864-6580E45E1816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589" y="6229"/>
                <a:ext cx="1800" cy="2493"/>
              </a:xfrm>
              <a:prstGeom prst="roundRect">
                <a:avLst/>
              </a:prstGeom>
              <a:solidFill>
                <a:srgbClr val="DADDE7"/>
              </a:solidFill>
              <a:ln>
                <a:solidFill>
                  <a:srgbClr val="DADD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一轮复习聚焦重难串联考点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3756063B-DBA8-2CBD-54C9-965992AF448A}"/>
                </a:ext>
              </a:extLst>
            </p:cNvPr>
            <p:cNvGrpSpPr/>
            <p:nvPr/>
          </p:nvGrpSpPr>
          <p:grpSpPr>
            <a:xfrm>
              <a:off x="14540" y="1728"/>
              <a:ext cx="1800" cy="6782"/>
              <a:chOff x="1589" y="1940"/>
              <a:chExt cx="1800" cy="6782"/>
            </a:xfrm>
          </p:grpSpPr>
          <p:sp>
            <p:nvSpPr>
              <p:cNvPr id="13" name="圆角矩形 165">
                <a:extLst>
                  <a:ext uri="{FF2B5EF4-FFF2-40B4-BE49-F238E27FC236}">
                    <a16:creationId xmlns:a16="http://schemas.microsoft.com/office/drawing/2014/main" id="{A7F13D7A-8479-B567-9504-F46CC618371F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1589" y="1940"/>
                <a:ext cx="1800" cy="2551"/>
              </a:xfrm>
              <a:prstGeom prst="roundRect">
                <a:avLst/>
              </a:prstGeom>
              <a:solidFill>
                <a:srgbClr val="304377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高三</a:t>
                </a:r>
                <a:endPara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寒春</a:t>
                </a:r>
                <a:endParaRPr lang="zh-CN" altLang="en-US"/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1AB6CEA-F93C-A020-4DA7-6B47FAA1CEB4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589" y="4898"/>
                <a:ext cx="1800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全力</a:t>
                </a:r>
              </a:p>
              <a:p>
                <a:pPr algn="ctr"/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最后冲刺</a:t>
                </a:r>
              </a:p>
            </p:txBody>
          </p:sp>
          <p:sp>
            <p:nvSpPr>
              <p:cNvPr id="15" name="圆角矩形 167">
                <a:extLst>
                  <a:ext uri="{FF2B5EF4-FFF2-40B4-BE49-F238E27FC236}">
                    <a16:creationId xmlns:a16="http://schemas.microsoft.com/office/drawing/2014/main" id="{9917A457-74D3-A97D-1046-756E5088C626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1589" y="6229"/>
                <a:ext cx="1800" cy="2493"/>
              </a:xfrm>
              <a:prstGeom prst="roundRect">
                <a:avLst/>
              </a:prstGeom>
              <a:solidFill>
                <a:srgbClr val="DADDE7"/>
              </a:solidFill>
              <a:ln>
                <a:solidFill>
                  <a:srgbClr val="DADDE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专题巩固查漏补缺冲刺高考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500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堂引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A279F89-C5BF-4642-E412-D20851DC03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4129" y="1087026"/>
            <a:ext cx="11454581" cy="489098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04F16EF3-771B-3AA3-0DB9-998152D86C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89407" y="3097161"/>
            <a:ext cx="6002594" cy="376083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6074633-1E82-86D2-9243-3ABD473299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138" y="122238"/>
            <a:ext cx="12063412" cy="728662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33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讲义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D0509E86-3CAD-63D3-CAE3-136FD079D108}"/>
              </a:ext>
            </a:extLst>
          </p:cNvPr>
          <p:cNvSpPr/>
          <p:nvPr userDrawn="1"/>
        </p:nvSpPr>
        <p:spPr>
          <a:xfrm>
            <a:off x="4089685" y="1692480"/>
            <a:ext cx="7886415" cy="3098800"/>
          </a:xfrm>
          <a:prstGeom prst="roundRect">
            <a:avLst/>
          </a:prstGeom>
          <a:solidFill>
            <a:srgbClr val="E7E7E7">
              <a:alpha val="75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540000" bIns="0" numCol="1" spcCol="38100" rtlCol="0" anchor="ctr">
            <a:noAutofit/>
          </a:bodyPr>
          <a:lstStyle/>
          <a:p>
            <a:pPr marL="0" marR="0" indent="0" algn="r" defTabSz="41275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 panose="02000503000000020004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89A1BA-7499-17E2-7E46-19C819D29B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34" b="-1321"/>
          <a:stretch>
            <a:fillRect/>
          </a:stretch>
        </p:blipFill>
        <p:spPr>
          <a:xfrm>
            <a:off x="10704297" y="277294"/>
            <a:ext cx="1286306" cy="461413"/>
          </a:xfrm>
          <a:prstGeom prst="rect">
            <a:avLst/>
          </a:prstGeom>
        </p:spPr>
      </p:pic>
      <p:sp>
        <p:nvSpPr>
          <p:cNvPr id="5" name="标题 31">
            <a:extLst>
              <a:ext uri="{FF2B5EF4-FFF2-40B4-BE49-F238E27FC236}">
                <a16:creationId xmlns:a16="http://schemas.microsoft.com/office/drawing/2014/main" id="{C42D6FEA-CE69-3728-1EB2-0029A41B5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7342" y="2670380"/>
            <a:ext cx="7531100" cy="1143000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讲义标题</a:t>
            </a:r>
          </a:p>
        </p:txBody>
      </p:sp>
      <p:sp>
        <p:nvSpPr>
          <p:cNvPr id="7" name="图片占位符 7">
            <a:extLst>
              <a:ext uri="{FF2B5EF4-FFF2-40B4-BE49-F238E27FC236}">
                <a16:creationId xmlns:a16="http://schemas.microsoft.com/office/drawing/2014/main" id="{9EC4D1FB-C9FC-8589-3178-D91B2B90C4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213" y="442453"/>
            <a:ext cx="3750187" cy="564371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18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1C470A-72FA-8106-7D36-E7EA9AFB1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A6B2E53B-A9B8-31C5-94C1-AF904466F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181" y="109537"/>
            <a:ext cx="11633637" cy="83761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b="1" i="0">
                <a:solidFill>
                  <a:srgbClr val="007A6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单击此处添加标题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895874-E349-8163-664F-6D22146958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179332" y="6033871"/>
            <a:ext cx="2427234" cy="824130"/>
          </a:xfrm>
          <a:prstGeom prst="rect">
            <a:avLst/>
          </a:prstGeom>
        </p:spPr>
      </p:pic>
      <p:sp>
        <p:nvSpPr>
          <p:cNvPr id="8" name="图片占位符 7">
            <a:extLst>
              <a:ext uri="{FF2B5EF4-FFF2-40B4-BE49-F238E27FC236}">
                <a16:creationId xmlns:a16="http://schemas.microsoft.com/office/drawing/2014/main" id="{8193A797-1737-3E63-2D72-BF55F5DB0A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3736" y="845574"/>
            <a:ext cx="11164528" cy="584036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65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思维导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4">
            <a:extLst>
              <a:ext uri="{FF2B5EF4-FFF2-40B4-BE49-F238E27FC236}">
                <a16:creationId xmlns:a16="http://schemas.microsoft.com/office/drawing/2014/main" id="{9CA540CE-39B3-F695-3CBE-40437A8CEF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3007" y="1612900"/>
            <a:ext cx="9944894" cy="414020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标题 10">
            <a:extLst>
              <a:ext uri="{FF2B5EF4-FFF2-40B4-BE49-F238E27FC236}">
                <a16:creationId xmlns:a16="http://schemas.microsoft.com/office/drawing/2014/main" id="{6E929950-5723-B540-994D-2CD3DE428FAB}"/>
              </a:ext>
            </a:extLst>
          </p:cNvPr>
          <p:cNvSpPr txBox="1"/>
          <p:nvPr userDrawn="1"/>
        </p:nvSpPr>
        <p:spPr>
          <a:xfrm>
            <a:off x="1193007" y="474857"/>
            <a:ext cx="2317750" cy="517602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algn="l" hangingPunct="1"/>
            <a:r>
              <a:rPr lang="zh-CN" altLang="en-US" sz="3300" b="1" dirty="0">
                <a:solidFill>
                  <a:schemeClr val="accent1"/>
                </a:solidFill>
              </a:rPr>
              <a:t>学习目标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EF0ECC-25BF-3B6C-3C61-53E5F80B2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" t="2516" r="4331" b="4625"/>
          <a:stretch>
            <a:fillRect/>
          </a:stretch>
        </p:blipFill>
        <p:spPr>
          <a:xfrm rot="5400000" flipV="1">
            <a:off x="447854" y="414582"/>
            <a:ext cx="638152" cy="638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4960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考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643C06-F6B6-643D-925C-CFD6E1351A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41A2EA30-BA2B-AEC5-8870-3BAA11896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59" y="871537"/>
            <a:ext cx="11633637" cy="83761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b="1" i="0">
                <a:solidFill>
                  <a:srgbClr val="007A6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单击此处添加标题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8C6DAE-B7F6-7C00-DF9C-BAE2D3918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179332" y="6033871"/>
            <a:ext cx="2427234" cy="824130"/>
          </a:xfrm>
          <a:prstGeom prst="rect">
            <a:avLst/>
          </a:prstGeom>
        </p:spPr>
      </p:pic>
      <p:sp>
        <p:nvSpPr>
          <p:cNvPr id="7" name="文本占位符 9">
            <a:extLst>
              <a:ext uri="{FF2B5EF4-FFF2-40B4-BE49-F238E27FC236}">
                <a16:creationId xmlns:a16="http://schemas.microsoft.com/office/drawing/2014/main" id="{2005E97A-8B82-25A8-D055-97711326FA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2759" y="2011363"/>
            <a:ext cx="11633637" cy="372586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625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知识点切片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EACA24ED-36FA-EB88-D51D-94C5F5E7322A}"/>
              </a:ext>
            </a:extLst>
          </p:cNvPr>
          <p:cNvSpPr/>
          <p:nvPr userDrawn="1"/>
        </p:nvSpPr>
        <p:spPr>
          <a:xfrm>
            <a:off x="4089685" y="1692480"/>
            <a:ext cx="7886415" cy="3098800"/>
          </a:xfrm>
          <a:prstGeom prst="roundRect">
            <a:avLst/>
          </a:prstGeom>
          <a:solidFill>
            <a:srgbClr val="E7E7E7">
              <a:alpha val="75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540000" bIns="0" numCol="1" spcCol="38100" rtlCol="0" anchor="ctr">
            <a:noAutofit/>
          </a:bodyPr>
          <a:lstStyle/>
          <a:p>
            <a:pPr marL="0" marR="0" indent="0" algn="r" defTabSz="412750" rtl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 panose="02000503000000020004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73E840-824B-69C9-5178-73EA35203E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34" b="-1321"/>
          <a:stretch>
            <a:fillRect/>
          </a:stretch>
        </p:blipFill>
        <p:spPr>
          <a:xfrm>
            <a:off x="10704297" y="277294"/>
            <a:ext cx="1286306" cy="461413"/>
          </a:xfrm>
          <a:prstGeom prst="rect">
            <a:avLst/>
          </a:prstGeom>
        </p:spPr>
      </p:pic>
      <p:sp>
        <p:nvSpPr>
          <p:cNvPr id="5" name="标题 31">
            <a:extLst>
              <a:ext uri="{FF2B5EF4-FFF2-40B4-BE49-F238E27FC236}">
                <a16:creationId xmlns:a16="http://schemas.microsoft.com/office/drawing/2014/main" id="{81C8C2DC-5C10-DBA3-49E7-031CA2BDC3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7342" y="2670380"/>
            <a:ext cx="7531100" cy="1143000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知识点切片标题</a:t>
            </a:r>
          </a:p>
        </p:txBody>
      </p:sp>
      <p:sp>
        <p:nvSpPr>
          <p:cNvPr id="2" name="图片占位符 7">
            <a:extLst>
              <a:ext uri="{FF2B5EF4-FFF2-40B4-BE49-F238E27FC236}">
                <a16:creationId xmlns:a16="http://schemas.microsoft.com/office/drawing/2014/main" id="{95C0117B-0E46-9F27-776E-6526AE7CF0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213" y="442453"/>
            <a:ext cx="3750187" cy="564371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555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知识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71F9B6-CCCC-7AE8-E017-BB25EDDBE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9" t="4336" r="8725" b="7178"/>
          <a:stretch>
            <a:fillRect/>
          </a:stretch>
        </p:blipFill>
        <p:spPr>
          <a:xfrm>
            <a:off x="506697" y="413734"/>
            <a:ext cx="647464" cy="639000"/>
          </a:xfrm>
          <a:prstGeom prst="ellipse">
            <a:avLst/>
          </a:prstGeom>
        </p:spPr>
      </p:pic>
      <p:pic>
        <p:nvPicPr>
          <p:cNvPr id="4" name="图片 3" descr="0156d55f33bb84a80120a8212df938">
            <a:extLst>
              <a:ext uri="{FF2B5EF4-FFF2-40B4-BE49-F238E27FC236}">
                <a16:creationId xmlns:a16="http://schemas.microsoft.com/office/drawing/2014/main" id="{16F6B270-E6F6-C4D7-1FD3-D27B500F7D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10409079" y="5105400"/>
            <a:ext cx="1991043" cy="1991043"/>
          </a:xfrm>
          <a:prstGeom prst="ellipse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26D28C20-3BC3-A139-9295-1B49C5A7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4300" y="399809"/>
            <a:ext cx="9766300" cy="666849"/>
          </a:xfrm>
        </p:spPr>
        <p:txBody>
          <a:bodyPr>
            <a:normAutofit/>
          </a:bodyPr>
          <a:lstStyle>
            <a:lvl1pPr marL="0" marR="0" indent="0" algn="l" defTabSz="412750" rtl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33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n-cs"/>
                <a:sym typeface="Helvetica Neue Medium" panose="02000503000000020004"/>
              </a:defRPr>
            </a:lvl1pPr>
          </a:lstStyle>
          <a:p>
            <a:pPr algn="l" hangingPunct="1"/>
            <a:r>
              <a:rPr lang="zh-CN" altLang="en-US" sz="3300" b="1" dirty="0">
                <a:solidFill>
                  <a:schemeClr val="accent1"/>
                </a:solidFill>
              </a:rPr>
              <a:t>我是知识点</a:t>
            </a:r>
          </a:p>
        </p:txBody>
      </p:sp>
      <p:pic>
        <p:nvPicPr>
          <p:cNvPr id="6" name="图片 37" descr="书籍">
            <a:extLst>
              <a:ext uri="{FF2B5EF4-FFF2-40B4-BE49-F238E27FC236}">
                <a16:creationId xmlns:a16="http://schemas.microsoft.com/office/drawing/2014/main" id="{0D0C4A45-C30D-9783-3624-559BE00385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6535" y="400050"/>
            <a:ext cx="620395" cy="6203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53075BE-563A-BE41-BA8C-8D55F8D09061}"/>
              </a:ext>
            </a:extLst>
          </p:cNvPr>
          <p:cNvSpPr txBox="1"/>
          <p:nvPr userDrawn="1"/>
        </p:nvSpPr>
        <p:spPr>
          <a:xfrm>
            <a:off x="9817100" y="421640"/>
            <a:ext cx="2186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A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记笔记</a:t>
            </a:r>
          </a:p>
        </p:txBody>
      </p:sp>
      <p:sp>
        <p:nvSpPr>
          <p:cNvPr id="8" name="图片占位符 20">
            <a:extLst>
              <a:ext uri="{FF2B5EF4-FFF2-40B4-BE49-F238E27FC236}">
                <a16:creationId xmlns:a16="http://schemas.microsoft.com/office/drawing/2014/main" id="{44D1A977-2323-01CE-7C83-83E7366A6B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0429" y="5481303"/>
            <a:ext cx="1524635" cy="62370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占位符 22">
            <a:extLst>
              <a:ext uri="{FF2B5EF4-FFF2-40B4-BE49-F238E27FC236}">
                <a16:creationId xmlns:a16="http://schemas.microsoft.com/office/drawing/2014/main" id="{D96D2E86-F2E1-515B-623A-C7C89404B7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2438" y="1423988"/>
            <a:ext cx="8686800" cy="3681412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74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开口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27E343C-C8BD-3BEC-0E0C-829819A63BC6}"/>
              </a:ext>
            </a:extLst>
          </p:cNvPr>
          <p:cNvSpPr/>
          <p:nvPr userDrawn="1"/>
        </p:nvSpPr>
        <p:spPr>
          <a:xfrm>
            <a:off x="453389" y="429728"/>
            <a:ext cx="609685" cy="549607"/>
          </a:xfrm>
          <a:custGeom>
            <a:avLst/>
            <a:gdLst>
              <a:gd name="T0" fmla="*/ 5553 w 8160"/>
              <a:gd name="T1" fmla="*/ 6233 h 7366"/>
              <a:gd name="T2" fmla="*/ 5553 w 8160"/>
              <a:gd name="T3" fmla="*/ 6775 h 7366"/>
              <a:gd name="T4" fmla="*/ 5421 w 8160"/>
              <a:gd name="T5" fmla="*/ 6981 h 7366"/>
              <a:gd name="T6" fmla="*/ 2777 w 8160"/>
              <a:gd name="T7" fmla="*/ 7366 h 7366"/>
              <a:gd name="T8" fmla="*/ 132 w 8160"/>
              <a:gd name="T9" fmla="*/ 6981 h 7366"/>
              <a:gd name="T10" fmla="*/ 0 w 8160"/>
              <a:gd name="T11" fmla="*/ 6775 h 7366"/>
              <a:gd name="T12" fmla="*/ 0 w 8160"/>
              <a:gd name="T13" fmla="*/ 6233 h 7366"/>
              <a:gd name="T14" fmla="*/ 1407 w 8160"/>
              <a:gd name="T15" fmla="*/ 4658 h 7366"/>
              <a:gd name="T16" fmla="*/ 1486 w 8160"/>
              <a:gd name="T17" fmla="*/ 4679 h 7366"/>
              <a:gd name="T18" fmla="*/ 2777 w 8160"/>
              <a:gd name="T19" fmla="*/ 5100 h 7366"/>
              <a:gd name="T20" fmla="*/ 4068 w 8160"/>
              <a:gd name="T21" fmla="*/ 4679 h 7366"/>
              <a:gd name="T22" fmla="*/ 4147 w 8160"/>
              <a:gd name="T23" fmla="*/ 4658 h 7366"/>
              <a:gd name="T24" fmla="*/ 5553 w 8160"/>
              <a:gd name="T25" fmla="*/ 6233 h 7366"/>
              <a:gd name="T26" fmla="*/ 1133 w 8160"/>
              <a:gd name="T27" fmla="*/ 2890 h 7366"/>
              <a:gd name="T28" fmla="*/ 2777 w 8160"/>
              <a:gd name="T29" fmla="*/ 1246 h 7366"/>
              <a:gd name="T30" fmla="*/ 4420 w 8160"/>
              <a:gd name="T31" fmla="*/ 2890 h 7366"/>
              <a:gd name="T32" fmla="*/ 2777 w 8160"/>
              <a:gd name="T33" fmla="*/ 4533 h 7366"/>
              <a:gd name="T34" fmla="*/ 1133 w 8160"/>
              <a:gd name="T35" fmla="*/ 2890 h 7366"/>
              <a:gd name="T36" fmla="*/ 1999 w 8160"/>
              <a:gd name="T37" fmla="*/ 3542 h 7366"/>
              <a:gd name="T38" fmla="*/ 2778 w 8160"/>
              <a:gd name="T39" fmla="*/ 3975 h 7366"/>
              <a:gd name="T40" fmla="*/ 3557 w 8160"/>
              <a:gd name="T41" fmla="*/ 3542 h 7366"/>
              <a:gd name="T42" fmla="*/ 1999 w 8160"/>
              <a:gd name="T43" fmla="*/ 3542 h 7366"/>
              <a:gd name="T44" fmla="*/ 7820 w 8160"/>
              <a:gd name="T45" fmla="*/ 0 h 7366"/>
              <a:gd name="T46" fmla="*/ 5100 w 8160"/>
              <a:gd name="T47" fmla="*/ 0 h 7366"/>
              <a:gd name="T48" fmla="*/ 4760 w 8160"/>
              <a:gd name="T49" fmla="*/ 340 h 7366"/>
              <a:gd name="T50" fmla="*/ 4760 w 8160"/>
              <a:gd name="T51" fmla="*/ 1930 h 7366"/>
              <a:gd name="T52" fmla="*/ 5097 w 8160"/>
              <a:gd name="T53" fmla="*/ 2266 h 7366"/>
              <a:gd name="T54" fmla="*/ 5100 w 8160"/>
              <a:gd name="T55" fmla="*/ 2266 h 7366"/>
              <a:gd name="T56" fmla="*/ 5100 w 8160"/>
              <a:gd name="T57" fmla="*/ 2720 h 7366"/>
              <a:gd name="T58" fmla="*/ 5281 w 8160"/>
              <a:gd name="T59" fmla="*/ 2810 h 7366"/>
              <a:gd name="T60" fmla="*/ 5976 w 8160"/>
              <a:gd name="T61" fmla="*/ 2289 h 7366"/>
              <a:gd name="T62" fmla="*/ 6044 w 8160"/>
              <a:gd name="T63" fmla="*/ 2266 h 7366"/>
              <a:gd name="T64" fmla="*/ 7820 w 8160"/>
              <a:gd name="T65" fmla="*/ 2266 h 7366"/>
              <a:gd name="T66" fmla="*/ 8160 w 8160"/>
              <a:gd name="T67" fmla="*/ 1926 h 7366"/>
              <a:gd name="T68" fmla="*/ 8160 w 8160"/>
              <a:gd name="T69" fmla="*/ 340 h 7366"/>
              <a:gd name="T70" fmla="*/ 7820 w 8160"/>
              <a:gd name="T71" fmla="*/ 0 h 7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8160" h="7366">
                <a:moveTo>
                  <a:pt x="5553" y="6233"/>
                </a:moveTo>
                <a:lnTo>
                  <a:pt x="5553" y="6775"/>
                </a:lnTo>
                <a:cubicBezTo>
                  <a:pt x="5553" y="6855"/>
                  <a:pt x="5494" y="6948"/>
                  <a:pt x="5421" y="6981"/>
                </a:cubicBezTo>
                <a:cubicBezTo>
                  <a:pt x="5137" y="7107"/>
                  <a:pt x="4361" y="7366"/>
                  <a:pt x="2777" y="7366"/>
                </a:cubicBezTo>
                <a:cubicBezTo>
                  <a:pt x="1192" y="7366"/>
                  <a:pt x="417" y="7107"/>
                  <a:pt x="132" y="6981"/>
                </a:cubicBezTo>
                <a:cubicBezTo>
                  <a:pt x="59" y="6948"/>
                  <a:pt x="0" y="6855"/>
                  <a:pt x="0" y="6775"/>
                </a:cubicBezTo>
                <a:lnTo>
                  <a:pt x="0" y="6233"/>
                </a:lnTo>
                <a:cubicBezTo>
                  <a:pt x="0" y="5421"/>
                  <a:pt x="618" y="4748"/>
                  <a:pt x="1407" y="4658"/>
                </a:cubicBezTo>
                <a:cubicBezTo>
                  <a:pt x="1431" y="4655"/>
                  <a:pt x="1466" y="4665"/>
                  <a:pt x="1486" y="4679"/>
                </a:cubicBezTo>
                <a:cubicBezTo>
                  <a:pt x="1849" y="4943"/>
                  <a:pt x="2294" y="5100"/>
                  <a:pt x="2777" y="5100"/>
                </a:cubicBezTo>
                <a:cubicBezTo>
                  <a:pt x="3259" y="5100"/>
                  <a:pt x="3704" y="4943"/>
                  <a:pt x="4068" y="4679"/>
                </a:cubicBezTo>
                <a:cubicBezTo>
                  <a:pt x="4087" y="4665"/>
                  <a:pt x="4123" y="4655"/>
                  <a:pt x="4147" y="4658"/>
                </a:cubicBezTo>
                <a:cubicBezTo>
                  <a:pt x="4935" y="4748"/>
                  <a:pt x="5553" y="5421"/>
                  <a:pt x="5553" y="6233"/>
                </a:cubicBezTo>
                <a:close/>
                <a:moveTo>
                  <a:pt x="1133" y="2890"/>
                </a:moveTo>
                <a:cubicBezTo>
                  <a:pt x="1133" y="1982"/>
                  <a:pt x="1869" y="1246"/>
                  <a:pt x="2777" y="1246"/>
                </a:cubicBezTo>
                <a:cubicBezTo>
                  <a:pt x="3684" y="1246"/>
                  <a:pt x="4420" y="1982"/>
                  <a:pt x="4420" y="2890"/>
                </a:cubicBezTo>
                <a:cubicBezTo>
                  <a:pt x="4420" y="3797"/>
                  <a:pt x="3684" y="4533"/>
                  <a:pt x="2777" y="4533"/>
                </a:cubicBezTo>
                <a:cubicBezTo>
                  <a:pt x="1869" y="4533"/>
                  <a:pt x="1133" y="3797"/>
                  <a:pt x="1133" y="2890"/>
                </a:cubicBezTo>
                <a:close/>
                <a:moveTo>
                  <a:pt x="1999" y="3542"/>
                </a:moveTo>
                <a:cubicBezTo>
                  <a:pt x="2074" y="3789"/>
                  <a:pt x="2394" y="3975"/>
                  <a:pt x="2778" y="3975"/>
                </a:cubicBezTo>
                <a:cubicBezTo>
                  <a:pt x="3162" y="3975"/>
                  <a:pt x="3482" y="3789"/>
                  <a:pt x="3557" y="3542"/>
                </a:cubicBezTo>
                <a:lnTo>
                  <a:pt x="1999" y="3542"/>
                </a:lnTo>
                <a:close/>
                <a:moveTo>
                  <a:pt x="7820" y="0"/>
                </a:moveTo>
                <a:lnTo>
                  <a:pt x="5100" y="0"/>
                </a:lnTo>
                <a:cubicBezTo>
                  <a:pt x="4913" y="0"/>
                  <a:pt x="4760" y="153"/>
                  <a:pt x="4760" y="340"/>
                </a:cubicBezTo>
                <a:lnTo>
                  <a:pt x="4760" y="1930"/>
                </a:lnTo>
                <a:cubicBezTo>
                  <a:pt x="4760" y="2115"/>
                  <a:pt x="4911" y="2266"/>
                  <a:pt x="5097" y="2266"/>
                </a:cubicBezTo>
                <a:lnTo>
                  <a:pt x="5100" y="2266"/>
                </a:lnTo>
                <a:lnTo>
                  <a:pt x="5100" y="2720"/>
                </a:lnTo>
                <a:cubicBezTo>
                  <a:pt x="5100" y="2813"/>
                  <a:pt x="5207" y="2866"/>
                  <a:pt x="5281" y="2810"/>
                </a:cubicBezTo>
                <a:lnTo>
                  <a:pt x="5976" y="2289"/>
                </a:lnTo>
                <a:cubicBezTo>
                  <a:pt x="5993" y="2277"/>
                  <a:pt x="6024" y="2266"/>
                  <a:pt x="6044" y="2266"/>
                </a:cubicBezTo>
                <a:lnTo>
                  <a:pt x="7820" y="2266"/>
                </a:lnTo>
                <a:cubicBezTo>
                  <a:pt x="8007" y="2266"/>
                  <a:pt x="8160" y="2113"/>
                  <a:pt x="8160" y="1926"/>
                </a:cubicBezTo>
                <a:lnTo>
                  <a:pt x="8160" y="340"/>
                </a:lnTo>
                <a:cubicBezTo>
                  <a:pt x="8160" y="153"/>
                  <a:pt x="8007" y="0"/>
                  <a:pt x="78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标题 10">
            <a:extLst>
              <a:ext uri="{FF2B5EF4-FFF2-40B4-BE49-F238E27FC236}">
                <a16:creationId xmlns:a16="http://schemas.microsoft.com/office/drawing/2014/main" id="{9B0BD4A8-6EE8-6FF2-DB00-64B39DC8BCF9}"/>
              </a:ext>
            </a:extLst>
          </p:cNvPr>
          <p:cNvSpPr txBox="1"/>
          <p:nvPr userDrawn="1"/>
        </p:nvSpPr>
        <p:spPr>
          <a:xfrm>
            <a:off x="1293632" y="461733"/>
            <a:ext cx="1894069" cy="517602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algn="l" hangingPunct="1"/>
            <a:r>
              <a:rPr lang="zh-CN" altLang="en-US" sz="3300" b="1" dirty="0">
                <a:solidFill>
                  <a:schemeClr val="accent1"/>
                </a:solidFill>
              </a:rPr>
              <a:t>开口说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B727C42-8A48-C5EF-3364-46A3FCD8A0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6050" y="1292225"/>
            <a:ext cx="9118600" cy="430688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83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经典例题母题动手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2EA0D5-B2EB-030C-EC20-288473902F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32" y="475248"/>
            <a:ext cx="539169" cy="707952"/>
          </a:xfrm>
          <a:prstGeom prst="rect">
            <a:avLst/>
          </a:prstGeom>
        </p:spPr>
      </p:pic>
      <p:sp>
        <p:nvSpPr>
          <p:cNvPr id="4" name="标题 10">
            <a:extLst>
              <a:ext uri="{FF2B5EF4-FFF2-40B4-BE49-F238E27FC236}">
                <a16:creationId xmlns:a16="http://schemas.microsoft.com/office/drawing/2014/main" id="{763BA1A6-6191-987D-8A98-D121CB500D17}"/>
              </a:ext>
            </a:extLst>
          </p:cNvPr>
          <p:cNvSpPr txBox="1"/>
          <p:nvPr userDrawn="1"/>
        </p:nvSpPr>
        <p:spPr>
          <a:xfrm>
            <a:off x="1319032" y="570423"/>
            <a:ext cx="1894069" cy="517602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algn="dist" hangingPunct="1"/>
            <a:r>
              <a:rPr lang="zh-CN" altLang="en-US" sz="3300" b="1" dirty="0">
                <a:solidFill>
                  <a:schemeClr val="accent1"/>
                </a:solidFill>
              </a:rPr>
              <a:t>经典例题</a:t>
            </a:r>
          </a:p>
        </p:txBody>
      </p:sp>
      <p:pic>
        <p:nvPicPr>
          <p:cNvPr id="5" name="图片 32" descr="学习">
            <a:extLst>
              <a:ext uri="{FF2B5EF4-FFF2-40B4-BE49-F238E27FC236}">
                <a16:creationId xmlns:a16="http://schemas.microsoft.com/office/drawing/2014/main" id="{0333DFC0-E063-6590-6EB4-82F12840C5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5405" y="459105"/>
            <a:ext cx="708025" cy="7080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5A601E0-66F6-9700-47AC-2FD5CE3014E5}"/>
              </a:ext>
            </a:extLst>
          </p:cNvPr>
          <p:cNvSpPr txBox="1"/>
          <p:nvPr userDrawn="1"/>
        </p:nvSpPr>
        <p:spPr>
          <a:xfrm>
            <a:off x="8628380" y="546735"/>
            <a:ext cx="2186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007A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动手做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08BDBA5-A95D-400A-0EF9-855A64B2D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81050" y="1298575"/>
            <a:ext cx="10560050" cy="501332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959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经典例题变式方法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">
            <a:extLst>
              <a:ext uri="{FF2B5EF4-FFF2-40B4-BE49-F238E27FC236}">
                <a16:creationId xmlns:a16="http://schemas.microsoft.com/office/drawing/2014/main" id="{69807D25-0010-991A-4FA1-ACAA5A13C345}"/>
              </a:ext>
            </a:extLst>
          </p:cNvPr>
          <p:cNvSpPr/>
          <p:nvPr userDrawn="1"/>
        </p:nvSpPr>
        <p:spPr>
          <a:xfrm>
            <a:off x="9071816" y="-11656"/>
            <a:ext cx="3120185" cy="6858000"/>
          </a:xfrm>
          <a:prstGeom prst="rect">
            <a:avLst/>
          </a:prstGeom>
          <a:solidFill>
            <a:schemeClr val="bg1">
              <a:lumMod val="75000"/>
              <a:alpha val="14147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1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D78499-2A32-C388-C6A5-BBCC33769E24}"/>
              </a:ext>
            </a:extLst>
          </p:cNvPr>
          <p:cNvSpPr txBox="1"/>
          <p:nvPr userDrawn="1"/>
        </p:nvSpPr>
        <p:spPr>
          <a:xfrm>
            <a:off x="9388645" y="390555"/>
            <a:ext cx="2486527" cy="5591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300" i="0" u="none" strike="noStrike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+mj-ea"/>
                <a:ea typeface="+mj-ea"/>
                <a:sym typeface="Helvetica Neue" panose="02000503000000020004"/>
              </a:rPr>
              <a:t>方法总结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0C495C-14C0-D585-5B3F-3ECB146730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32" y="475248"/>
            <a:ext cx="539169" cy="707952"/>
          </a:xfrm>
          <a:prstGeom prst="rect">
            <a:avLst/>
          </a:prstGeom>
        </p:spPr>
      </p:pic>
      <p:sp>
        <p:nvSpPr>
          <p:cNvPr id="6" name="标题 10">
            <a:extLst>
              <a:ext uri="{FF2B5EF4-FFF2-40B4-BE49-F238E27FC236}">
                <a16:creationId xmlns:a16="http://schemas.microsoft.com/office/drawing/2014/main" id="{58D895FC-1199-59F1-211E-6D7DAC32981C}"/>
              </a:ext>
            </a:extLst>
          </p:cNvPr>
          <p:cNvSpPr txBox="1"/>
          <p:nvPr userDrawn="1"/>
        </p:nvSpPr>
        <p:spPr>
          <a:xfrm>
            <a:off x="1319032" y="570423"/>
            <a:ext cx="1894069" cy="517602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algn="dist" hangingPunct="1"/>
            <a:r>
              <a:rPr lang="zh-CN" altLang="en-US" sz="3300" b="1" dirty="0">
                <a:solidFill>
                  <a:schemeClr val="accent1"/>
                </a:solidFill>
              </a:rPr>
              <a:t>经典例题</a:t>
            </a:r>
          </a:p>
        </p:txBody>
      </p:sp>
      <p:sp>
        <p:nvSpPr>
          <p:cNvPr id="7" name="文本占位符 9">
            <a:extLst>
              <a:ext uri="{FF2B5EF4-FFF2-40B4-BE49-F238E27FC236}">
                <a16:creationId xmlns:a16="http://schemas.microsoft.com/office/drawing/2014/main" id="{C7C04FCA-07E8-BF54-541A-1C6AC39C26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9953" y="1351891"/>
            <a:ext cx="2763910" cy="4945000"/>
          </a:xfrm>
        </p:spPr>
        <p:txBody>
          <a:bodyPr anchor="ctr" anchorCtr="1"/>
          <a:lstStyle>
            <a:lvl1pPr algn="ctr">
              <a:defRPr kumimoji="0" lang="zh-CN" altLang="en-US" sz="2400" b="1" i="0" u="none" strike="noStrike" kern="1200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n-ea"/>
                <a:ea typeface="+mn-ea"/>
                <a:cs typeface="+mn-cs"/>
                <a:sym typeface="Helvetica Neue" panose="02000503000000020004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457200" rtl="0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327970CF-23CB-13C4-4EF5-F2E4B84E25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9088" y="1303338"/>
            <a:ext cx="8667750" cy="48069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5933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台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0">
            <a:extLst>
              <a:ext uri="{FF2B5EF4-FFF2-40B4-BE49-F238E27FC236}">
                <a16:creationId xmlns:a16="http://schemas.microsoft.com/office/drawing/2014/main" id="{E9492379-67BE-F900-96B9-E07C03E9724C}"/>
              </a:ext>
            </a:extLst>
          </p:cNvPr>
          <p:cNvSpPr txBox="1"/>
          <p:nvPr userDrawn="1"/>
        </p:nvSpPr>
        <p:spPr>
          <a:xfrm>
            <a:off x="1293632" y="461733"/>
            <a:ext cx="1894069" cy="517602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algn="l" hangingPunct="1"/>
            <a:r>
              <a:rPr lang="zh-CN" altLang="en-US" sz="3300" b="1" dirty="0">
                <a:solidFill>
                  <a:schemeClr val="accent1"/>
                </a:solidFill>
              </a:rPr>
              <a:t>上台讲</a:t>
            </a: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9E6C5490-6531-E87F-386E-CFAFADC49F7B}"/>
              </a:ext>
            </a:extLst>
          </p:cNvPr>
          <p:cNvSpPr/>
          <p:nvPr userDrawn="1"/>
        </p:nvSpPr>
        <p:spPr>
          <a:xfrm>
            <a:off x="480001" y="430349"/>
            <a:ext cx="556461" cy="609685"/>
          </a:xfrm>
          <a:custGeom>
            <a:avLst/>
            <a:gdLst>
              <a:gd name="T0" fmla="*/ 363 w 431"/>
              <a:gd name="T1" fmla="*/ 395 h 473"/>
              <a:gd name="T2" fmla="*/ 363 w 431"/>
              <a:gd name="T3" fmla="*/ 301 h 473"/>
              <a:gd name="T4" fmla="*/ 28 w 431"/>
              <a:gd name="T5" fmla="*/ 340 h 473"/>
              <a:gd name="T6" fmla="*/ 110 w 431"/>
              <a:gd name="T7" fmla="*/ 340 h 473"/>
              <a:gd name="T8" fmla="*/ 28 w 431"/>
              <a:gd name="T9" fmla="*/ 340 h 473"/>
              <a:gd name="T10" fmla="*/ 216 w 431"/>
              <a:gd name="T11" fmla="*/ 395 h 473"/>
              <a:gd name="T12" fmla="*/ 216 w 431"/>
              <a:gd name="T13" fmla="*/ 301 h 473"/>
              <a:gd name="T14" fmla="*/ 426 w 431"/>
              <a:gd name="T15" fmla="*/ 412 h 473"/>
              <a:gd name="T16" fmla="*/ 374 w 431"/>
              <a:gd name="T17" fmla="*/ 407 h 473"/>
              <a:gd name="T18" fmla="*/ 312 w 431"/>
              <a:gd name="T19" fmla="*/ 407 h 473"/>
              <a:gd name="T20" fmla="*/ 294 w 431"/>
              <a:gd name="T21" fmla="*/ 473 h 473"/>
              <a:gd name="T22" fmla="*/ 431 w 431"/>
              <a:gd name="T23" fmla="*/ 425 h 473"/>
              <a:gd name="T24" fmla="*/ 119 w 431"/>
              <a:gd name="T25" fmla="*/ 407 h 473"/>
              <a:gd name="T26" fmla="*/ 57 w 431"/>
              <a:gd name="T27" fmla="*/ 407 h 473"/>
              <a:gd name="T28" fmla="*/ 0 w 431"/>
              <a:gd name="T29" fmla="*/ 425 h 473"/>
              <a:gd name="T30" fmla="*/ 136 w 431"/>
              <a:gd name="T31" fmla="*/ 473 h 473"/>
              <a:gd name="T32" fmla="*/ 132 w 431"/>
              <a:gd name="T33" fmla="*/ 412 h 473"/>
              <a:gd name="T34" fmla="*/ 266 w 431"/>
              <a:gd name="T35" fmla="*/ 407 h 473"/>
              <a:gd name="T36" fmla="*/ 204 w 431"/>
              <a:gd name="T37" fmla="*/ 407 h 473"/>
              <a:gd name="T38" fmla="*/ 147 w 431"/>
              <a:gd name="T39" fmla="*/ 425 h 473"/>
              <a:gd name="T40" fmla="*/ 283 w 431"/>
              <a:gd name="T41" fmla="*/ 473 h 473"/>
              <a:gd name="T42" fmla="*/ 279 w 431"/>
              <a:gd name="T43" fmla="*/ 412 h 473"/>
              <a:gd name="T44" fmla="*/ 415 w 431"/>
              <a:gd name="T45" fmla="*/ 46 h 473"/>
              <a:gd name="T46" fmla="*/ 369 w 431"/>
              <a:gd name="T47" fmla="*/ 273 h 473"/>
              <a:gd name="T48" fmla="*/ 159 w 431"/>
              <a:gd name="T49" fmla="*/ 149 h 473"/>
              <a:gd name="T50" fmla="*/ 204 w 431"/>
              <a:gd name="T51" fmla="*/ 189 h 473"/>
              <a:gd name="T52" fmla="*/ 241 w 431"/>
              <a:gd name="T53" fmla="*/ 150 h 473"/>
              <a:gd name="T54" fmla="*/ 201 w 431"/>
              <a:gd name="T55" fmla="*/ 158 h 473"/>
              <a:gd name="T56" fmla="*/ 164 w 431"/>
              <a:gd name="T57" fmla="*/ 117 h 473"/>
              <a:gd name="T58" fmla="*/ 128 w 431"/>
              <a:gd name="T59" fmla="*/ 124 h 473"/>
              <a:gd name="T60" fmla="*/ 124 w 431"/>
              <a:gd name="T61" fmla="*/ 193 h 473"/>
              <a:gd name="T62" fmla="*/ 121 w 431"/>
              <a:gd name="T63" fmla="*/ 124 h 473"/>
              <a:gd name="T64" fmla="*/ 84 w 431"/>
              <a:gd name="T65" fmla="*/ 117 h 473"/>
              <a:gd name="T66" fmla="*/ 70 w 431"/>
              <a:gd name="T67" fmla="*/ 224 h 473"/>
              <a:gd name="T68" fmla="*/ 89 w 431"/>
              <a:gd name="T69" fmla="*/ 237 h 473"/>
              <a:gd name="T70" fmla="*/ 62 w 431"/>
              <a:gd name="T71" fmla="*/ 273 h 473"/>
              <a:gd name="T72" fmla="*/ 16 w 431"/>
              <a:gd name="T73" fmla="*/ 46 h 473"/>
              <a:gd name="T74" fmla="*/ 369 w 431"/>
              <a:gd name="T75" fmla="*/ 0 h 473"/>
              <a:gd name="T76" fmla="*/ 157 w 431"/>
              <a:gd name="T77" fmla="*/ 65 h 473"/>
              <a:gd name="T78" fmla="*/ 92 w 431"/>
              <a:gd name="T79" fmla="*/ 65 h 473"/>
              <a:gd name="T80" fmla="*/ 157 w 431"/>
              <a:gd name="T81" fmla="*/ 65 h 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31" h="473">
                <a:moveTo>
                  <a:pt x="404" y="340"/>
                </a:moveTo>
                <a:cubicBezTo>
                  <a:pt x="404" y="366"/>
                  <a:pt x="385" y="395"/>
                  <a:pt x="363" y="395"/>
                </a:cubicBezTo>
                <a:cubicBezTo>
                  <a:pt x="340" y="395"/>
                  <a:pt x="321" y="366"/>
                  <a:pt x="321" y="340"/>
                </a:cubicBezTo>
                <a:cubicBezTo>
                  <a:pt x="321" y="315"/>
                  <a:pt x="340" y="301"/>
                  <a:pt x="363" y="301"/>
                </a:cubicBezTo>
                <a:cubicBezTo>
                  <a:pt x="385" y="301"/>
                  <a:pt x="404" y="315"/>
                  <a:pt x="404" y="340"/>
                </a:cubicBezTo>
                <a:close/>
                <a:moveTo>
                  <a:pt x="28" y="340"/>
                </a:moveTo>
                <a:cubicBezTo>
                  <a:pt x="28" y="366"/>
                  <a:pt x="46" y="395"/>
                  <a:pt x="69" y="395"/>
                </a:cubicBezTo>
                <a:cubicBezTo>
                  <a:pt x="91" y="395"/>
                  <a:pt x="110" y="366"/>
                  <a:pt x="110" y="340"/>
                </a:cubicBezTo>
                <a:cubicBezTo>
                  <a:pt x="110" y="315"/>
                  <a:pt x="91" y="301"/>
                  <a:pt x="69" y="301"/>
                </a:cubicBezTo>
                <a:cubicBezTo>
                  <a:pt x="46" y="301"/>
                  <a:pt x="28" y="315"/>
                  <a:pt x="28" y="340"/>
                </a:cubicBezTo>
                <a:close/>
                <a:moveTo>
                  <a:pt x="175" y="340"/>
                </a:moveTo>
                <a:cubicBezTo>
                  <a:pt x="175" y="366"/>
                  <a:pt x="193" y="395"/>
                  <a:pt x="216" y="395"/>
                </a:cubicBezTo>
                <a:cubicBezTo>
                  <a:pt x="238" y="395"/>
                  <a:pt x="257" y="366"/>
                  <a:pt x="257" y="340"/>
                </a:cubicBezTo>
                <a:cubicBezTo>
                  <a:pt x="257" y="315"/>
                  <a:pt x="238" y="301"/>
                  <a:pt x="216" y="301"/>
                </a:cubicBezTo>
                <a:cubicBezTo>
                  <a:pt x="193" y="301"/>
                  <a:pt x="175" y="315"/>
                  <a:pt x="175" y="340"/>
                </a:cubicBezTo>
                <a:close/>
                <a:moveTo>
                  <a:pt x="426" y="412"/>
                </a:moveTo>
                <a:cubicBezTo>
                  <a:pt x="422" y="409"/>
                  <a:pt x="417" y="407"/>
                  <a:pt x="413" y="407"/>
                </a:cubicBezTo>
                <a:lnTo>
                  <a:pt x="374" y="407"/>
                </a:lnTo>
                <a:lnTo>
                  <a:pt x="351" y="407"/>
                </a:lnTo>
                <a:lnTo>
                  <a:pt x="312" y="407"/>
                </a:lnTo>
                <a:cubicBezTo>
                  <a:pt x="302" y="407"/>
                  <a:pt x="294" y="415"/>
                  <a:pt x="294" y="425"/>
                </a:cubicBezTo>
                <a:lnTo>
                  <a:pt x="294" y="473"/>
                </a:lnTo>
                <a:lnTo>
                  <a:pt x="430" y="473"/>
                </a:lnTo>
                <a:lnTo>
                  <a:pt x="431" y="425"/>
                </a:lnTo>
                <a:cubicBezTo>
                  <a:pt x="431" y="420"/>
                  <a:pt x="429" y="416"/>
                  <a:pt x="426" y="412"/>
                </a:cubicBezTo>
                <a:close/>
                <a:moveTo>
                  <a:pt x="119" y="407"/>
                </a:moveTo>
                <a:lnTo>
                  <a:pt x="80" y="407"/>
                </a:lnTo>
                <a:lnTo>
                  <a:pt x="57" y="407"/>
                </a:lnTo>
                <a:lnTo>
                  <a:pt x="18" y="407"/>
                </a:lnTo>
                <a:cubicBezTo>
                  <a:pt x="9" y="407"/>
                  <a:pt x="0" y="415"/>
                  <a:pt x="0" y="425"/>
                </a:cubicBezTo>
                <a:lnTo>
                  <a:pt x="0" y="473"/>
                </a:lnTo>
                <a:lnTo>
                  <a:pt x="136" y="473"/>
                </a:lnTo>
                <a:lnTo>
                  <a:pt x="137" y="425"/>
                </a:lnTo>
                <a:cubicBezTo>
                  <a:pt x="137" y="420"/>
                  <a:pt x="135" y="416"/>
                  <a:pt x="132" y="412"/>
                </a:cubicBezTo>
                <a:cubicBezTo>
                  <a:pt x="128" y="409"/>
                  <a:pt x="124" y="407"/>
                  <a:pt x="119" y="407"/>
                </a:cubicBezTo>
                <a:close/>
                <a:moveTo>
                  <a:pt x="266" y="407"/>
                </a:moveTo>
                <a:lnTo>
                  <a:pt x="227" y="407"/>
                </a:lnTo>
                <a:lnTo>
                  <a:pt x="204" y="407"/>
                </a:lnTo>
                <a:lnTo>
                  <a:pt x="165" y="407"/>
                </a:lnTo>
                <a:cubicBezTo>
                  <a:pt x="156" y="407"/>
                  <a:pt x="147" y="415"/>
                  <a:pt x="147" y="425"/>
                </a:cubicBezTo>
                <a:lnTo>
                  <a:pt x="147" y="473"/>
                </a:lnTo>
                <a:lnTo>
                  <a:pt x="283" y="473"/>
                </a:lnTo>
                <a:lnTo>
                  <a:pt x="284" y="425"/>
                </a:lnTo>
                <a:cubicBezTo>
                  <a:pt x="284" y="420"/>
                  <a:pt x="282" y="416"/>
                  <a:pt x="279" y="412"/>
                </a:cubicBezTo>
                <a:cubicBezTo>
                  <a:pt x="275" y="409"/>
                  <a:pt x="271" y="407"/>
                  <a:pt x="266" y="407"/>
                </a:cubicBezTo>
                <a:close/>
                <a:moveTo>
                  <a:pt x="415" y="46"/>
                </a:moveTo>
                <a:lnTo>
                  <a:pt x="415" y="227"/>
                </a:lnTo>
                <a:cubicBezTo>
                  <a:pt x="415" y="252"/>
                  <a:pt x="395" y="273"/>
                  <a:pt x="369" y="273"/>
                </a:cubicBezTo>
                <a:lnTo>
                  <a:pt x="159" y="273"/>
                </a:lnTo>
                <a:lnTo>
                  <a:pt x="159" y="149"/>
                </a:lnTo>
                <a:lnTo>
                  <a:pt x="185" y="185"/>
                </a:lnTo>
                <a:cubicBezTo>
                  <a:pt x="190" y="191"/>
                  <a:pt x="198" y="193"/>
                  <a:pt x="204" y="189"/>
                </a:cubicBezTo>
                <a:lnTo>
                  <a:pt x="236" y="170"/>
                </a:lnTo>
                <a:cubicBezTo>
                  <a:pt x="243" y="166"/>
                  <a:pt x="245" y="157"/>
                  <a:pt x="241" y="150"/>
                </a:cubicBezTo>
                <a:cubicBezTo>
                  <a:pt x="237" y="143"/>
                  <a:pt x="228" y="141"/>
                  <a:pt x="221" y="145"/>
                </a:cubicBezTo>
                <a:lnTo>
                  <a:pt x="201" y="158"/>
                </a:lnTo>
                <a:lnTo>
                  <a:pt x="175" y="123"/>
                </a:lnTo>
                <a:cubicBezTo>
                  <a:pt x="172" y="119"/>
                  <a:pt x="168" y="117"/>
                  <a:pt x="164" y="117"/>
                </a:cubicBezTo>
                <a:lnTo>
                  <a:pt x="133" y="117"/>
                </a:lnTo>
                <a:lnTo>
                  <a:pt x="128" y="124"/>
                </a:lnTo>
                <a:lnTo>
                  <a:pt x="137" y="180"/>
                </a:lnTo>
                <a:lnTo>
                  <a:pt x="124" y="193"/>
                </a:lnTo>
                <a:lnTo>
                  <a:pt x="111" y="180"/>
                </a:lnTo>
                <a:lnTo>
                  <a:pt x="121" y="124"/>
                </a:lnTo>
                <a:lnTo>
                  <a:pt x="115" y="117"/>
                </a:lnTo>
                <a:lnTo>
                  <a:pt x="84" y="117"/>
                </a:lnTo>
                <a:cubicBezTo>
                  <a:pt x="77" y="117"/>
                  <a:pt x="70" y="124"/>
                  <a:pt x="70" y="131"/>
                </a:cubicBezTo>
                <a:lnTo>
                  <a:pt x="70" y="224"/>
                </a:lnTo>
                <a:cubicBezTo>
                  <a:pt x="70" y="232"/>
                  <a:pt x="77" y="238"/>
                  <a:pt x="84" y="238"/>
                </a:cubicBezTo>
                <a:cubicBezTo>
                  <a:pt x="86" y="238"/>
                  <a:pt x="88" y="238"/>
                  <a:pt x="89" y="237"/>
                </a:cubicBezTo>
                <a:lnTo>
                  <a:pt x="89" y="273"/>
                </a:lnTo>
                <a:lnTo>
                  <a:pt x="62" y="273"/>
                </a:lnTo>
                <a:cubicBezTo>
                  <a:pt x="36" y="273"/>
                  <a:pt x="16" y="252"/>
                  <a:pt x="16" y="227"/>
                </a:cubicBezTo>
                <a:lnTo>
                  <a:pt x="16" y="46"/>
                </a:lnTo>
                <a:cubicBezTo>
                  <a:pt x="16" y="21"/>
                  <a:pt x="36" y="0"/>
                  <a:pt x="62" y="0"/>
                </a:cubicBezTo>
                <a:lnTo>
                  <a:pt x="369" y="0"/>
                </a:lnTo>
                <a:cubicBezTo>
                  <a:pt x="395" y="0"/>
                  <a:pt x="415" y="21"/>
                  <a:pt x="415" y="46"/>
                </a:cubicBezTo>
                <a:close/>
                <a:moveTo>
                  <a:pt x="157" y="65"/>
                </a:moveTo>
                <a:cubicBezTo>
                  <a:pt x="157" y="44"/>
                  <a:pt x="142" y="33"/>
                  <a:pt x="124" y="33"/>
                </a:cubicBezTo>
                <a:cubicBezTo>
                  <a:pt x="106" y="33"/>
                  <a:pt x="92" y="44"/>
                  <a:pt x="92" y="65"/>
                </a:cubicBezTo>
                <a:cubicBezTo>
                  <a:pt x="92" y="85"/>
                  <a:pt x="106" y="107"/>
                  <a:pt x="124" y="107"/>
                </a:cubicBezTo>
                <a:cubicBezTo>
                  <a:pt x="142" y="107"/>
                  <a:pt x="157" y="85"/>
                  <a:pt x="157" y="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7E52232-9619-C1DA-567B-47904D47A4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7900" y="1465263"/>
            <a:ext cx="10196513" cy="453707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2257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堂总结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3E1506E-E3D4-9FE4-F325-025E96E6ED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090" b="-1"/>
          <a:stretch>
            <a:fillRect/>
          </a:stretch>
        </p:blipFill>
        <p:spPr>
          <a:xfrm>
            <a:off x="-1" y="1216477"/>
            <a:ext cx="12193471" cy="43830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FD5D6C3-389F-A3F0-C283-B6C9DCDB94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222" t="29481" r="15333" b="37391"/>
          <a:stretch>
            <a:fillRect/>
          </a:stretch>
        </p:blipFill>
        <p:spPr>
          <a:xfrm>
            <a:off x="322401" y="149506"/>
            <a:ext cx="1175459" cy="6042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2D226A-706D-98DF-A34B-9CF398EC0D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36098" y="1902809"/>
            <a:ext cx="3339196" cy="305238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94E978B-7986-3223-A328-CA6615E41ECF}"/>
              </a:ext>
            </a:extLst>
          </p:cNvPr>
          <p:cNvSpPr/>
          <p:nvPr userDrawn="1"/>
        </p:nvSpPr>
        <p:spPr>
          <a:xfrm>
            <a:off x="5705451" y="2510284"/>
            <a:ext cx="3540760" cy="14116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911100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堂总结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33F0F8-2BB5-2735-8502-938D9A6C60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3386" y="397986"/>
            <a:ext cx="639000" cy="6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0">
            <a:extLst>
              <a:ext uri="{FF2B5EF4-FFF2-40B4-BE49-F238E27FC236}">
                <a16:creationId xmlns:a16="http://schemas.microsoft.com/office/drawing/2014/main" id="{837ED783-A378-E786-FF42-5A14D393BA17}"/>
              </a:ext>
            </a:extLst>
          </p:cNvPr>
          <p:cNvSpPr txBox="1"/>
          <p:nvPr userDrawn="1"/>
        </p:nvSpPr>
        <p:spPr>
          <a:xfrm>
            <a:off x="1255532" y="451470"/>
            <a:ext cx="3735569" cy="517602"/>
          </a:xfrm>
          <a:prstGeom prst="rect">
            <a:avLst/>
          </a:prstGeom>
        </p:spPr>
        <p:txBody>
          <a:bodyPr/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n-cs"/>
                <a:sym typeface="Helvetica Neue Medium" panose="02000503000000020004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 panose="02000503000000020004"/>
              </a:defRPr>
            </a:lvl9pPr>
          </a:lstStyle>
          <a:p>
            <a:pPr algn="l" hangingPunct="1"/>
            <a:r>
              <a:rPr lang="zh-CN" altLang="en-US" sz="3300" b="1" dirty="0">
                <a:solidFill>
                  <a:schemeClr val="accent1"/>
                </a:solidFill>
              </a:rPr>
              <a:t>课堂基础知识自检</a:t>
            </a:r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9C7EACD2-81AB-93EE-14AF-6BBE9E32ED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9163" y="1331913"/>
            <a:ext cx="10471150" cy="4592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597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出门测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8C68C4F-827D-023C-C40F-08D091F30B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090" b="-1"/>
          <a:stretch>
            <a:fillRect/>
          </a:stretch>
        </p:blipFill>
        <p:spPr>
          <a:xfrm>
            <a:off x="-1" y="1216477"/>
            <a:ext cx="12193471" cy="43830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5B4827B-B33A-04BB-D357-E10E8A199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222" t="29481" r="15333" b="37391"/>
          <a:stretch>
            <a:fillRect/>
          </a:stretch>
        </p:blipFill>
        <p:spPr>
          <a:xfrm>
            <a:off x="322401" y="149506"/>
            <a:ext cx="1175459" cy="6042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8F98F9E-9FFC-3177-FAEF-ED6405126B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36098" y="1902809"/>
            <a:ext cx="3339196" cy="305238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9AC01C3-6BB1-36BC-AA81-A7836EABFA11}"/>
              </a:ext>
            </a:extLst>
          </p:cNvPr>
          <p:cNvSpPr/>
          <p:nvPr userDrawn="1"/>
        </p:nvSpPr>
        <p:spPr>
          <a:xfrm>
            <a:off x="5705451" y="2510284"/>
            <a:ext cx="2723823" cy="12840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rPr>
              <a:t>出门测</a:t>
            </a:r>
          </a:p>
        </p:txBody>
      </p:sp>
    </p:spTree>
    <p:extLst>
      <p:ext uri="{BB962C8B-B14F-4D97-AF65-F5344CB8AC3E}">
        <p14:creationId xmlns:p14="http://schemas.microsoft.com/office/powerpoint/2010/main" val="3569062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出门测计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8B9FB8-8B44-466D-407C-5C873C8238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018C827-3951-221A-9113-734A99698B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179332" y="6033871"/>
            <a:ext cx="2427234" cy="8241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8DB076-A448-3AD3-DA13-056A4884E7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762023" y="4869381"/>
            <a:ext cx="3632660" cy="18163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1A20728-A9A5-E8C6-E65B-AEE501E1AFD9}"/>
              </a:ext>
            </a:extLst>
          </p:cNvPr>
          <p:cNvSpPr txBox="1"/>
          <p:nvPr userDrawn="1"/>
        </p:nvSpPr>
        <p:spPr>
          <a:xfrm>
            <a:off x="4871340" y="1831649"/>
            <a:ext cx="287129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kumimoji="1" lang="zh-CN" altLang="en-US" sz="6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B30E24E8-E68E-D6E8-AFD5-5D404829F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81" y="172290"/>
            <a:ext cx="11633637" cy="837619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测测本节课的内容哦</a:t>
            </a:r>
            <a:r>
              <a:rPr lang="en-US" altLang="zh-CN" dirty="0"/>
              <a:t>—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E72F87-CD8D-5EC4-7699-1603DE265675}"/>
              </a:ext>
            </a:extLst>
          </p:cNvPr>
          <p:cNvSpPr/>
          <p:nvPr userDrawn="1"/>
        </p:nvSpPr>
        <p:spPr>
          <a:xfrm>
            <a:off x="747576" y="4369821"/>
            <a:ext cx="8247529" cy="59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测试过程中注意保持安静，有问题举手提问老师哦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🙋</a:t>
            </a:r>
          </a:p>
        </p:txBody>
      </p:sp>
    </p:spTree>
    <p:extLst>
      <p:ext uri="{BB962C8B-B14F-4D97-AF65-F5344CB8AC3E}">
        <p14:creationId xmlns:p14="http://schemas.microsoft.com/office/powerpoint/2010/main" val="1847187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业布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7FD9144-716C-E0BA-7532-D5F63E6AE6F3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063" y="457828"/>
            <a:ext cx="23870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300" b="1" dirty="0">
                <a:solidFill>
                  <a:srgbClr val="008A6D"/>
                </a:solidFill>
                <a:latin typeface="+mj-ea"/>
                <a:ea typeface="+mj-ea"/>
              </a:rPr>
              <a:t>巩固练习</a:t>
            </a:r>
          </a:p>
        </p:txBody>
      </p:sp>
      <p:pic>
        <p:nvPicPr>
          <p:cNvPr id="4" name="图片 1397340391">
            <a:extLst>
              <a:ext uri="{FF2B5EF4-FFF2-40B4-BE49-F238E27FC236}">
                <a16:creationId xmlns:a16="http://schemas.microsoft.com/office/drawing/2014/main" id="{7A70A5E0-D250-F38C-CAC7-0810D267BDD0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38" y="388303"/>
            <a:ext cx="639000" cy="647577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5A3A296-DD51-EAA4-E2AF-5337F3494E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6200" y="1435100"/>
            <a:ext cx="10245725" cy="434657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4848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告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114D901-5902-FA34-C95D-AE863477AD77}"/>
              </a:ext>
            </a:extLst>
          </p:cNvPr>
          <p:cNvGrpSpPr/>
          <p:nvPr userDrawn="1"/>
        </p:nvGrpSpPr>
        <p:grpSpPr>
          <a:xfrm rot="19552476" flipH="1">
            <a:off x="1599437" y="1923137"/>
            <a:ext cx="2491374" cy="2512983"/>
            <a:chOff x="5113440" y="508463"/>
            <a:chExt cx="3421327" cy="345100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4613327-CA81-C7B8-C6E7-80E4C3DB26C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113440" y="508463"/>
              <a:ext cx="3421327" cy="3421327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0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16DF2F9E-F354-F672-232F-1A2A667A530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13041700">
              <a:off x="5498405" y="3231136"/>
              <a:ext cx="844862" cy="728329"/>
            </a:xfrm>
            <a:prstGeom prst="triangl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0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C4E14A35-E1A6-B04E-6621-857F1E2225E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 flipH="1">
            <a:off x="2066864" y="2630136"/>
            <a:ext cx="162095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E2E2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宝贝们，</a:t>
            </a:r>
            <a:endParaRPr lang="en-US" altLang="zh-CN" sz="2800" b="1" dirty="0">
              <a:solidFill>
                <a:srgbClr val="2E2E2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  <a:p>
            <a:r>
              <a:rPr lang="zh-CN" altLang="en-US" sz="3600" dirty="0">
                <a:solidFill>
                  <a:srgbClr val="2E2E2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明天见</a:t>
            </a:r>
            <a:endParaRPr lang="zh-CN" altLang="en-US" sz="4000" dirty="0">
              <a:solidFill>
                <a:srgbClr val="2E2E2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pic>
        <p:nvPicPr>
          <p:cNvPr id="7" name="图片 6" descr="图片4">
            <a:extLst>
              <a:ext uri="{FF2B5EF4-FFF2-40B4-BE49-F238E27FC236}">
                <a16:creationId xmlns:a16="http://schemas.microsoft.com/office/drawing/2014/main" id="{239C4D22-4E66-780B-8B19-6FA5EE42894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83710" y="149225"/>
            <a:ext cx="6858000" cy="685800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411A45D0-303D-2682-5786-70C3C57CF29D}"/>
              </a:ext>
            </a:extLst>
          </p:cNvPr>
          <p:cNvGrpSpPr/>
          <p:nvPr userDrawn="1"/>
        </p:nvGrpSpPr>
        <p:grpSpPr>
          <a:xfrm rot="5184575">
            <a:off x="-683973" y="-1591881"/>
            <a:ext cx="10506136" cy="10506136"/>
            <a:chOff x="5265006" y="1460629"/>
            <a:chExt cx="3780118" cy="3780118"/>
          </a:xfrm>
        </p:grpSpPr>
        <p:sp>
          <p:nvSpPr>
            <p:cNvPr id="9" name="椭圆 2">
              <a:extLst>
                <a:ext uri="{FF2B5EF4-FFF2-40B4-BE49-F238E27FC236}">
                  <a16:creationId xmlns:a16="http://schemas.microsoft.com/office/drawing/2014/main" id="{34875AF6-0224-B473-60C5-4ED6BBD1A6B2}"/>
                </a:ext>
              </a:extLst>
            </p:cNvPr>
            <p:cNvSpPr/>
            <p:nvPr/>
          </p:nvSpPr>
          <p:spPr>
            <a:xfrm rot="5400000">
              <a:off x="5265006" y="1460629"/>
              <a:ext cx="3780118" cy="3780118"/>
            </a:xfrm>
            <a:custGeom>
              <a:avLst/>
              <a:gdLst>
                <a:gd name="connsiteX0" fmla="*/ 0 w 1682433"/>
                <a:gd name="connsiteY0" fmla="*/ 841217 h 1682433"/>
                <a:gd name="connsiteX1" fmla="*/ 841217 w 1682433"/>
                <a:gd name="connsiteY1" fmla="*/ 0 h 1682433"/>
                <a:gd name="connsiteX2" fmla="*/ 1682434 w 1682433"/>
                <a:gd name="connsiteY2" fmla="*/ 841217 h 1682433"/>
                <a:gd name="connsiteX3" fmla="*/ 841217 w 1682433"/>
                <a:gd name="connsiteY3" fmla="*/ 1682434 h 1682433"/>
                <a:gd name="connsiteX4" fmla="*/ 0 w 1682433"/>
                <a:gd name="connsiteY4" fmla="*/ 841217 h 1682433"/>
                <a:gd name="connsiteX0-1" fmla="*/ 11490960 w 13173394"/>
                <a:gd name="connsiteY0-2" fmla="*/ 984819 h 1826036"/>
                <a:gd name="connsiteX1-3" fmla="*/ 0 w 13173394"/>
                <a:gd name="connsiteY1-4" fmla="*/ 0 h 1826036"/>
                <a:gd name="connsiteX2-5" fmla="*/ 12332177 w 13173394"/>
                <a:gd name="connsiteY2-6" fmla="*/ 143602 h 1826036"/>
                <a:gd name="connsiteX3-7" fmla="*/ 13173394 w 13173394"/>
                <a:gd name="connsiteY3-8" fmla="*/ 984819 h 1826036"/>
                <a:gd name="connsiteX4-9" fmla="*/ 12332177 w 13173394"/>
                <a:gd name="connsiteY4-10" fmla="*/ 1826036 h 1826036"/>
                <a:gd name="connsiteX5" fmla="*/ 11490960 w 13173394"/>
                <a:gd name="connsiteY5" fmla="*/ 984819 h 1826036"/>
                <a:gd name="connsiteX0-11" fmla="*/ 0 w 1682434"/>
                <a:gd name="connsiteY0-12" fmla="*/ 841217 h 1682434"/>
                <a:gd name="connsiteX1-13" fmla="*/ 841217 w 1682434"/>
                <a:gd name="connsiteY1-14" fmla="*/ 0 h 1682434"/>
                <a:gd name="connsiteX2-15" fmla="*/ 1682434 w 1682434"/>
                <a:gd name="connsiteY2-16" fmla="*/ 841217 h 1682434"/>
                <a:gd name="connsiteX3-17" fmla="*/ 841217 w 1682434"/>
                <a:gd name="connsiteY3-18" fmla="*/ 1682434 h 1682434"/>
                <a:gd name="connsiteX4-19" fmla="*/ 0 w 1682434"/>
                <a:gd name="connsiteY4-20" fmla="*/ 841217 h 168243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682434" h="1682434">
                  <a:moveTo>
                    <a:pt x="0" y="841217"/>
                  </a:moveTo>
                  <a:cubicBezTo>
                    <a:pt x="0" y="376626"/>
                    <a:pt x="376626" y="0"/>
                    <a:pt x="841217" y="0"/>
                  </a:cubicBezTo>
                  <a:cubicBezTo>
                    <a:pt x="1305808" y="0"/>
                    <a:pt x="1682434" y="376626"/>
                    <a:pt x="1682434" y="841217"/>
                  </a:cubicBezTo>
                  <a:cubicBezTo>
                    <a:pt x="1682434" y="1305808"/>
                    <a:pt x="1305808" y="1682434"/>
                    <a:pt x="841217" y="1682434"/>
                  </a:cubicBezTo>
                  <a:cubicBezTo>
                    <a:pt x="376626" y="1682434"/>
                    <a:pt x="0" y="1305808"/>
                    <a:pt x="0" y="841217"/>
                  </a:cubicBezTo>
                  <a:close/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4">
                      <a:alpha val="50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6348A19-5369-1A04-ED3A-E4891F8B5A93}"/>
                </a:ext>
              </a:extLst>
            </p:cNvPr>
            <p:cNvGrpSpPr/>
            <p:nvPr/>
          </p:nvGrpSpPr>
          <p:grpSpPr>
            <a:xfrm>
              <a:off x="5420086" y="1615706"/>
              <a:ext cx="3469961" cy="3469961"/>
              <a:chOff x="6819407" y="1209972"/>
              <a:chExt cx="3469961" cy="3469961"/>
            </a:xfrm>
          </p:grpSpPr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EC814D7-368A-891F-04D8-7C4DB6710D25}"/>
                  </a:ext>
                </a:extLst>
              </p:cNvPr>
              <p:cNvSpPr/>
              <p:nvPr/>
            </p:nvSpPr>
            <p:spPr>
              <a:xfrm rot="5400000">
                <a:off x="6819407" y="1209972"/>
                <a:ext cx="3469961" cy="3469961"/>
              </a:xfrm>
              <a:custGeom>
                <a:avLst/>
                <a:gdLst/>
                <a:ahLst/>
                <a:cxnLst/>
                <a:rect l="0" t="0" r="0" b="0"/>
                <a:pathLst>
                  <a:path w="1544391" h="1544393">
                    <a:moveTo>
                      <a:pt x="0" y="772196"/>
                    </a:moveTo>
                    <a:cubicBezTo>
                      <a:pt x="0" y="345724"/>
                      <a:pt x="345725" y="0"/>
                      <a:pt x="772196" y="0"/>
                    </a:cubicBezTo>
                    <a:cubicBezTo>
                      <a:pt x="1198668" y="0"/>
                      <a:pt x="1544390" y="345724"/>
                      <a:pt x="1544390" y="772196"/>
                    </a:cubicBezTo>
                    <a:cubicBezTo>
                      <a:pt x="1544390" y="1198667"/>
                      <a:pt x="1198668" y="1544392"/>
                      <a:pt x="772196" y="1544392"/>
                    </a:cubicBezTo>
                    <a:cubicBezTo>
                      <a:pt x="345725" y="1544392"/>
                      <a:pt x="0" y="1198667"/>
                      <a:pt x="0" y="772196"/>
                    </a:cubicBezTo>
                    <a:close/>
                  </a:path>
                </a:pathLst>
              </a:custGeom>
              <a:noFill/>
              <a:ln w="6350" cap="flat" cmpd="sng" algn="ctr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900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0C05111A-9308-21DA-8C4E-C6BA8DD19A80}"/>
                  </a:ext>
                </a:extLst>
              </p:cNvPr>
              <p:cNvSpPr/>
              <p:nvPr/>
            </p:nvSpPr>
            <p:spPr>
              <a:xfrm rot="5400000">
                <a:off x="6974484" y="1365050"/>
                <a:ext cx="3159804" cy="3159804"/>
              </a:xfrm>
              <a:custGeom>
                <a:avLst/>
                <a:gdLst/>
                <a:ahLst/>
                <a:cxnLst/>
                <a:rect l="0" t="0" r="0" b="0"/>
                <a:pathLst>
                  <a:path w="1406350" h="1406349">
                    <a:moveTo>
                      <a:pt x="0" y="703174"/>
                    </a:moveTo>
                    <a:cubicBezTo>
                      <a:pt x="0" y="314822"/>
                      <a:pt x="314823" y="0"/>
                      <a:pt x="703175" y="0"/>
                    </a:cubicBezTo>
                    <a:cubicBezTo>
                      <a:pt x="1091527" y="0"/>
                      <a:pt x="1406349" y="314822"/>
                      <a:pt x="1406349" y="703174"/>
                    </a:cubicBezTo>
                    <a:cubicBezTo>
                      <a:pt x="1406349" y="1091526"/>
                      <a:pt x="1091527" y="1406348"/>
                      <a:pt x="703175" y="1406348"/>
                    </a:cubicBezTo>
                    <a:cubicBezTo>
                      <a:pt x="314823" y="1406348"/>
                      <a:pt x="0" y="1091526"/>
                      <a:pt x="0" y="703174"/>
                    </a:cubicBezTo>
                    <a:close/>
                  </a:path>
                </a:pathLst>
              </a:custGeom>
              <a:noFill/>
              <a:ln w="6350" cap="flat" cmpd="sng" algn="ctr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9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67634255-162B-FBFF-0447-8A5C76A3DA99}"/>
                  </a:ext>
                </a:extLst>
              </p:cNvPr>
              <p:cNvSpPr/>
              <p:nvPr/>
            </p:nvSpPr>
            <p:spPr>
              <a:xfrm rot="5400000">
                <a:off x="7129562" y="1520130"/>
                <a:ext cx="2849649" cy="2849649"/>
              </a:xfrm>
              <a:custGeom>
                <a:avLst/>
                <a:gdLst/>
                <a:ahLst/>
                <a:cxnLst/>
                <a:rect l="0" t="0" r="0" b="0"/>
                <a:pathLst>
                  <a:path w="1268306" h="1268307">
                    <a:moveTo>
                      <a:pt x="0" y="634153"/>
                    </a:moveTo>
                    <a:cubicBezTo>
                      <a:pt x="0" y="283920"/>
                      <a:pt x="283920" y="0"/>
                      <a:pt x="634152" y="0"/>
                    </a:cubicBezTo>
                    <a:cubicBezTo>
                      <a:pt x="984385" y="0"/>
                      <a:pt x="1268305" y="283920"/>
                      <a:pt x="1268305" y="634153"/>
                    </a:cubicBezTo>
                    <a:cubicBezTo>
                      <a:pt x="1268305" y="984385"/>
                      <a:pt x="984385" y="1268306"/>
                      <a:pt x="634152" y="1268306"/>
                    </a:cubicBezTo>
                    <a:cubicBezTo>
                      <a:pt x="283920" y="1268306"/>
                      <a:pt x="0" y="984385"/>
                      <a:pt x="0" y="634153"/>
                    </a:cubicBezTo>
                    <a:close/>
                  </a:path>
                </a:pathLst>
              </a:custGeom>
              <a:noFill/>
              <a:ln w="6350" cap="flat" cmpd="sng" algn="ctr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900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8A546D5A-ED6E-0CF2-19C7-86C9585C4994}"/>
                  </a:ext>
                </a:extLst>
              </p:cNvPr>
              <p:cNvSpPr/>
              <p:nvPr/>
            </p:nvSpPr>
            <p:spPr>
              <a:xfrm rot="5400000">
                <a:off x="7284639" y="1675209"/>
                <a:ext cx="2539492" cy="2539492"/>
              </a:xfrm>
              <a:custGeom>
                <a:avLst/>
                <a:gdLst/>
                <a:ahLst/>
                <a:cxnLst/>
                <a:rect l="0" t="0" r="0" b="0"/>
                <a:pathLst>
                  <a:path w="1130264" h="1130264">
                    <a:moveTo>
                      <a:pt x="0" y="565132"/>
                    </a:moveTo>
                    <a:cubicBezTo>
                      <a:pt x="0" y="253018"/>
                      <a:pt x="253019" y="0"/>
                      <a:pt x="565131" y="0"/>
                    </a:cubicBezTo>
                    <a:cubicBezTo>
                      <a:pt x="877245" y="0"/>
                      <a:pt x="1130263" y="253018"/>
                      <a:pt x="1130263" y="565132"/>
                    </a:cubicBezTo>
                    <a:cubicBezTo>
                      <a:pt x="1130263" y="877245"/>
                      <a:pt x="877245" y="1130263"/>
                      <a:pt x="565131" y="1130263"/>
                    </a:cubicBezTo>
                    <a:cubicBezTo>
                      <a:pt x="253019" y="1130263"/>
                      <a:pt x="0" y="877245"/>
                      <a:pt x="0" y="565132"/>
                    </a:cubicBezTo>
                    <a:close/>
                  </a:path>
                </a:pathLst>
              </a:custGeom>
              <a:noFill/>
              <a:ln w="6350" cap="flat" cmpd="sng" algn="ctr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900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B6436473-631C-28C6-601C-36BBC396B69B}"/>
                  </a:ext>
                </a:extLst>
              </p:cNvPr>
              <p:cNvSpPr/>
              <p:nvPr/>
            </p:nvSpPr>
            <p:spPr>
              <a:xfrm rot="5400000">
                <a:off x="7439721" y="1830284"/>
                <a:ext cx="2229335" cy="2229335"/>
              </a:xfrm>
              <a:custGeom>
                <a:avLst/>
                <a:gdLst/>
                <a:ahLst/>
                <a:cxnLst/>
                <a:rect l="0" t="0" r="0" b="0"/>
                <a:pathLst>
                  <a:path w="992222" h="992222">
                    <a:moveTo>
                      <a:pt x="0" y="496111"/>
                    </a:moveTo>
                    <a:cubicBezTo>
                      <a:pt x="0" y="222117"/>
                      <a:pt x="222117" y="0"/>
                      <a:pt x="496110" y="0"/>
                    </a:cubicBezTo>
                    <a:cubicBezTo>
                      <a:pt x="770105" y="0"/>
                      <a:pt x="992221" y="222117"/>
                      <a:pt x="992221" y="496111"/>
                    </a:cubicBezTo>
                    <a:cubicBezTo>
                      <a:pt x="992221" y="770104"/>
                      <a:pt x="770105" y="992221"/>
                      <a:pt x="496110" y="992221"/>
                    </a:cubicBezTo>
                    <a:cubicBezTo>
                      <a:pt x="222117" y="992221"/>
                      <a:pt x="0" y="770104"/>
                      <a:pt x="0" y="496111"/>
                    </a:cubicBezTo>
                    <a:close/>
                  </a:path>
                </a:pathLst>
              </a:custGeom>
              <a:noFill/>
              <a:ln w="6350" cap="flat" cmpd="sng" algn="ctr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900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4EBDE2D-8E62-21A0-F827-3E98AD10E09E}"/>
                  </a:ext>
                </a:extLst>
              </p:cNvPr>
              <p:cNvSpPr/>
              <p:nvPr/>
            </p:nvSpPr>
            <p:spPr>
              <a:xfrm rot="5400000">
                <a:off x="7594796" y="1985362"/>
                <a:ext cx="1919180" cy="1919180"/>
              </a:xfrm>
              <a:custGeom>
                <a:avLst/>
                <a:gdLst/>
                <a:ahLst/>
                <a:cxnLst/>
                <a:rect l="0" t="0" r="0" b="0"/>
                <a:pathLst>
                  <a:path w="854179" h="854178">
                    <a:moveTo>
                      <a:pt x="0" y="427088"/>
                    </a:moveTo>
                    <a:cubicBezTo>
                      <a:pt x="0" y="191214"/>
                      <a:pt x="191215" y="0"/>
                      <a:pt x="427089" y="0"/>
                    </a:cubicBezTo>
                    <a:cubicBezTo>
                      <a:pt x="662963" y="0"/>
                      <a:pt x="854178" y="191214"/>
                      <a:pt x="854178" y="427088"/>
                    </a:cubicBezTo>
                    <a:cubicBezTo>
                      <a:pt x="854178" y="662963"/>
                      <a:pt x="662963" y="854177"/>
                      <a:pt x="427089" y="854177"/>
                    </a:cubicBezTo>
                    <a:cubicBezTo>
                      <a:pt x="191215" y="854177"/>
                      <a:pt x="0" y="662963"/>
                      <a:pt x="0" y="427088"/>
                    </a:cubicBezTo>
                    <a:close/>
                  </a:path>
                </a:pathLst>
              </a:custGeom>
              <a:noFill/>
              <a:ln w="6350" cap="flat" cmpd="sng" algn="ctr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900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8112F230-681A-E9B7-23F0-4D5396CA9095}"/>
                  </a:ext>
                </a:extLst>
              </p:cNvPr>
              <p:cNvSpPr/>
              <p:nvPr/>
            </p:nvSpPr>
            <p:spPr>
              <a:xfrm rot="5400000">
                <a:off x="7749873" y="2140439"/>
                <a:ext cx="1609023" cy="1609023"/>
              </a:xfrm>
              <a:custGeom>
                <a:avLst/>
                <a:gdLst/>
                <a:ahLst/>
                <a:cxnLst/>
                <a:rect l="0" t="0" r="0" b="0"/>
                <a:pathLst>
                  <a:path w="716137" h="716136">
                    <a:moveTo>
                      <a:pt x="0" y="358067"/>
                    </a:moveTo>
                    <a:cubicBezTo>
                      <a:pt x="0" y="160313"/>
                      <a:pt x="160313" y="0"/>
                      <a:pt x="358068" y="0"/>
                    </a:cubicBezTo>
                    <a:cubicBezTo>
                      <a:pt x="555823" y="0"/>
                      <a:pt x="716136" y="160313"/>
                      <a:pt x="716136" y="358067"/>
                    </a:cubicBezTo>
                    <a:cubicBezTo>
                      <a:pt x="716136" y="555822"/>
                      <a:pt x="555823" y="716135"/>
                      <a:pt x="358068" y="716135"/>
                    </a:cubicBezTo>
                    <a:cubicBezTo>
                      <a:pt x="160313" y="716135"/>
                      <a:pt x="0" y="555822"/>
                      <a:pt x="0" y="358067"/>
                    </a:cubicBezTo>
                    <a:close/>
                  </a:path>
                </a:pathLst>
              </a:custGeom>
              <a:noFill/>
              <a:ln w="6350" cap="flat" cmpd="sng" algn="ctr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90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12C6D8A2-6737-D799-0304-0D858C1E1484}"/>
                  </a:ext>
                </a:extLst>
              </p:cNvPr>
              <p:cNvSpPr/>
              <p:nvPr/>
            </p:nvSpPr>
            <p:spPr>
              <a:xfrm rot="5400000">
                <a:off x="7904955" y="2295519"/>
                <a:ext cx="1298866" cy="1298866"/>
              </a:xfrm>
              <a:custGeom>
                <a:avLst/>
                <a:gdLst/>
                <a:ahLst/>
                <a:cxnLst/>
                <a:rect l="0" t="0" r="0" b="0"/>
                <a:pathLst>
                  <a:path w="578093" h="578093">
                    <a:moveTo>
                      <a:pt x="0" y="289046"/>
                    </a:moveTo>
                    <a:cubicBezTo>
                      <a:pt x="0" y="129411"/>
                      <a:pt x="129410" y="0"/>
                      <a:pt x="289046" y="0"/>
                    </a:cubicBezTo>
                    <a:cubicBezTo>
                      <a:pt x="448682" y="0"/>
                      <a:pt x="578092" y="129411"/>
                      <a:pt x="578092" y="289046"/>
                    </a:cubicBezTo>
                    <a:cubicBezTo>
                      <a:pt x="578092" y="448682"/>
                      <a:pt x="448682" y="578092"/>
                      <a:pt x="289046" y="578092"/>
                    </a:cubicBezTo>
                    <a:cubicBezTo>
                      <a:pt x="129410" y="578092"/>
                      <a:pt x="0" y="448682"/>
                      <a:pt x="0" y="289046"/>
                    </a:cubicBezTo>
                    <a:close/>
                  </a:path>
                </a:pathLst>
              </a:custGeom>
              <a:noFill/>
              <a:ln w="6350" cap="flat" cmpd="sng" algn="ctr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900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D09FA32A-213A-4752-42B5-B4473E1CF088}"/>
                  </a:ext>
                </a:extLst>
              </p:cNvPr>
              <p:cNvSpPr/>
              <p:nvPr/>
            </p:nvSpPr>
            <p:spPr>
              <a:xfrm rot="5400000">
                <a:off x="8060035" y="2450596"/>
                <a:ext cx="988709" cy="988709"/>
              </a:xfrm>
              <a:custGeom>
                <a:avLst/>
                <a:gdLst/>
                <a:ahLst/>
                <a:cxnLst/>
                <a:rect l="0" t="0" r="0" b="0"/>
                <a:pathLst>
                  <a:path w="440051" h="440051">
                    <a:moveTo>
                      <a:pt x="0" y="220025"/>
                    </a:moveTo>
                    <a:cubicBezTo>
                      <a:pt x="0" y="98509"/>
                      <a:pt x="98509" y="0"/>
                      <a:pt x="220025" y="0"/>
                    </a:cubicBezTo>
                    <a:cubicBezTo>
                      <a:pt x="341541" y="0"/>
                      <a:pt x="440050" y="98509"/>
                      <a:pt x="440050" y="220025"/>
                    </a:cubicBezTo>
                    <a:cubicBezTo>
                      <a:pt x="440050" y="341541"/>
                      <a:pt x="341541" y="440050"/>
                      <a:pt x="220025" y="440050"/>
                    </a:cubicBezTo>
                    <a:cubicBezTo>
                      <a:pt x="98509" y="440050"/>
                      <a:pt x="0" y="341541"/>
                      <a:pt x="0" y="220025"/>
                    </a:cubicBezTo>
                    <a:close/>
                  </a:path>
                </a:pathLst>
              </a:custGeom>
              <a:noFill/>
              <a:ln w="6350" cap="flat" cmpd="sng" algn="ctr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900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465DDCF7-CB0B-A60C-2FF7-740634D32410}"/>
                  </a:ext>
                </a:extLst>
              </p:cNvPr>
              <p:cNvSpPr/>
              <p:nvPr/>
            </p:nvSpPr>
            <p:spPr>
              <a:xfrm rot="5400000">
                <a:off x="8215110" y="2605678"/>
                <a:ext cx="678554" cy="678554"/>
              </a:xfrm>
              <a:custGeom>
                <a:avLst/>
                <a:gdLst/>
                <a:ahLst/>
                <a:cxnLst/>
                <a:rect l="0" t="0" r="0" b="0"/>
                <a:pathLst>
                  <a:path w="302008" h="302007">
                    <a:moveTo>
                      <a:pt x="0" y="151003"/>
                    </a:moveTo>
                    <a:cubicBezTo>
                      <a:pt x="0" y="67607"/>
                      <a:pt x="67606" y="0"/>
                      <a:pt x="151003" y="0"/>
                    </a:cubicBezTo>
                    <a:cubicBezTo>
                      <a:pt x="234399" y="0"/>
                      <a:pt x="302007" y="67607"/>
                      <a:pt x="302007" y="151003"/>
                    </a:cubicBezTo>
                    <a:cubicBezTo>
                      <a:pt x="302007" y="234400"/>
                      <a:pt x="234399" y="302006"/>
                      <a:pt x="151003" y="302006"/>
                    </a:cubicBezTo>
                    <a:cubicBezTo>
                      <a:pt x="67606" y="302006"/>
                      <a:pt x="0" y="234400"/>
                      <a:pt x="0" y="151003"/>
                    </a:cubicBezTo>
                    <a:close/>
                  </a:path>
                </a:pathLst>
              </a:custGeom>
              <a:noFill/>
              <a:ln w="6350" cap="flat" cmpd="sng" algn="ctr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9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椭圆 156">
                <a:extLst>
                  <a:ext uri="{FF2B5EF4-FFF2-40B4-BE49-F238E27FC236}">
                    <a16:creationId xmlns:a16="http://schemas.microsoft.com/office/drawing/2014/main" id="{FF3AB18E-3CEA-5FE7-461A-B39B9030E839}"/>
                  </a:ext>
                </a:extLst>
              </p:cNvPr>
              <p:cNvSpPr/>
              <p:nvPr/>
            </p:nvSpPr>
            <p:spPr>
              <a:xfrm rot="5400000">
                <a:off x="8370190" y="2760753"/>
                <a:ext cx="368397" cy="368397"/>
              </a:xfrm>
              <a:custGeom>
                <a:avLst/>
                <a:gdLst>
                  <a:gd name="connsiteX0" fmla="*/ 0 w 163964"/>
                  <a:gd name="connsiteY0" fmla="*/ 81982 h 163964"/>
                  <a:gd name="connsiteX1" fmla="*/ 81982 w 163964"/>
                  <a:gd name="connsiteY1" fmla="*/ 0 h 163964"/>
                  <a:gd name="connsiteX2" fmla="*/ 163964 w 163964"/>
                  <a:gd name="connsiteY2" fmla="*/ 81982 h 163964"/>
                  <a:gd name="connsiteX3" fmla="*/ 81982 w 163964"/>
                  <a:gd name="connsiteY3" fmla="*/ 163964 h 163964"/>
                  <a:gd name="connsiteX4" fmla="*/ 0 w 163964"/>
                  <a:gd name="connsiteY4" fmla="*/ 81982 h 163964"/>
                  <a:gd name="connsiteX0-1" fmla="*/ 12250195 w 12414159"/>
                  <a:gd name="connsiteY0-2" fmla="*/ 984819 h 1066801"/>
                  <a:gd name="connsiteX1-3" fmla="*/ 0 w 12414159"/>
                  <a:gd name="connsiteY1-4" fmla="*/ 0 h 1066801"/>
                  <a:gd name="connsiteX2-5" fmla="*/ 12332177 w 12414159"/>
                  <a:gd name="connsiteY2-6" fmla="*/ 902837 h 1066801"/>
                  <a:gd name="connsiteX3-7" fmla="*/ 12414159 w 12414159"/>
                  <a:gd name="connsiteY3-8" fmla="*/ 984819 h 1066801"/>
                  <a:gd name="connsiteX4-9" fmla="*/ 12332177 w 12414159"/>
                  <a:gd name="connsiteY4-10" fmla="*/ 1066801 h 1066801"/>
                  <a:gd name="connsiteX5" fmla="*/ 12250195 w 12414159"/>
                  <a:gd name="connsiteY5" fmla="*/ 984819 h 1066801"/>
                  <a:gd name="connsiteX0-11" fmla="*/ 0 w 163964"/>
                  <a:gd name="connsiteY0-12" fmla="*/ 81982 h 163964"/>
                  <a:gd name="connsiteX1-13" fmla="*/ 81982 w 163964"/>
                  <a:gd name="connsiteY1-14" fmla="*/ 0 h 163964"/>
                  <a:gd name="connsiteX2-15" fmla="*/ 163964 w 163964"/>
                  <a:gd name="connsiteY2-16" fmla="*/ 81982 h 163964"/>
                  <a:gd name="connsiteX3-17" fmla="*/ 81982 w 163964"/>
                  <a:gd name="connsiteY3-18" fmla="*/ 163964 h 163964"/>
                  <a:gd name="connsiteX4-19" fmla="*/ 0 w 163964"/>
                  <a:gd name="connsiteY4-20" fmla="*/ 81982 h 16396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63964" h="163964">
                    <a:moveTo>
                      <a:pt x="0" y="81982"/>
                    </a:moveTo>
                    <a:cubicBezTo>
                      <a:pt x="0" y="36705"/>
                      <a:pt x="36705" y="0"/>
                      <a:pt x="81982" y="0"/>
                    </a:cubicBezTo>
                    <a:cubicBezTo>
                      <a:pt x="127259" y="0"/>
                      <a:pt x="163964" y="36705"/>
                      <a:pt x="163964" y="81982"/>
                    </a:cubicBezTo>
                    <a:cubicBezTo>
                      <a:pt x="163964" y="127259"/>
                      <a:pt x="127259" y="163964"/>
                      <a:pt x="81982" y="163964"/>
                    </a:cubicBezTo>
                    <a:cubicBezTo>
                      <a:pt x="36705" y="163964"/>
                      <a:pt x="0" y="127259"/>
                      <a:pt x="0" y="81982"/>
                    </a:cubicBezTo>
                    <a:close/>
                  </a:path>
                </a:pathLst>
              </a:custGeom>
              <a:noFill/>
              <a:ln w="6350">
                <a:gradFill flip="none" rotWithShape="1">
                  <a:gsLst>
                    <a:gs pos="0">
                      <a:schemeClr val="accent4">
                        <a:alpha val="50000"/>
                      </a:schemeClr>
                    </a:gs>
                    <a:gs pos="100000">
                      <a:schemeClr val="accent4">
                        <a:alpha val="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403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32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4494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1,&quot;left&quot;:133.75,&quot;top&quot;:108.65,&quot;width&quot;:69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rgbClr val="29401A"/>
      </a:dk1>
      <a:lt1>
        <a:sysClr val="window" lastClr="FFFFFF"/>
      </a:lt1>
      <a:dk2>
        <a:srgbClr val="29401A"/>
      </a:dk2>
      <a:lt2>
        <a:srgbClr val="E7E6E6"/>
      </a:lt2>
      <a:accent1>
        <a:srgbClr val="29401A"/>
      </a:accent1>
      <a:accent2>
        <a:srgbClr val="29401A"/>
      </a:accent2>
      <a:accent3>
        <a:srgbClr val="29401A"/>
      </a:accent3>
      <a:accent4>
        <a:srgbClr val="29401A"/>
      </a:accent4>
      <a:accent5>
        <a:srgbClr val="29401A"/>
      </a:accent5>
      <a:accent6>
        <a:srgbClr val="375623"/>
      </a:accent6>
      <a:hlink>
        <a:srgbClr val="29401A"/>
      </a:hlink>
      <a:folHlink>
        <a:srgbClr val="FFFFFF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黑体</vt:lpstr>
      <vt:lpstr>思源黑体 CN Bold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Welz Zi</dc:creator>
  <cp:lastModifiedBy>Welz Zi</cp:lastModifiedBy>
  <cp:revision>12</cp:revision>
  <dcterms:created xsi:type="dcterms:W3CDTF">2025-12-13T02:38:40Z</dcterms:created>
  <dcterms:modified xsi:type="dcterms:W3CDTF">2025-12-18T01:47:27Z</dcterms:modified>
</cp:coreProperties>
</file>